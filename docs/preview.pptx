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2" r:id="rId2"/>
    <p:sldId id="259" r:id="rId3"/>
    <p:sldId id="260" r:id="rId4"/>
    <p:sldId id="261" r:id="rId5"/>
    <p:sldId id="263" r:id="rId6"/>
    <p:sldId id="264" r:id="rId7"/>
    <p:sldId id="267" r:id="rId8"/>
    <p:sldId id="268" r:id="rId9"/>
    <p:sldId id="265" r:id="rId10"/>
    <p:sldId id="266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84" autoAdjust="0"/>
    <p:restoredTop sz="94660"/>
  </p:normalViewPr>
  <p:slideViewPr>
    <p:cSldViewPr snapToGrid="0">
      <p:cViewPr>
        <p:scale>
          <a:sx n="150" d="100"/>
          <a:sy n="150" d="100"/>
        </p:scale>
        <p:origin x="13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C7D7F-88E4-4E0C-B4E8-8762E4077D62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DA84F-A080-45DC-9388-692ACDBC08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2473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DA84F-A080-45DC-9388-692ACDBC0891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331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EE9BC6-1FE9-97B4-7B87-0F34E61BB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8D1F2DA-7633-5B45-0CBD-770F90551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01EEAD-4603-2BD7-FF52-2F545AF3E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F9E88-3658-4DD0-92D0-BD81A75E59C4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CEBD4E-2812-F19B-CC0C-3EDE2D230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402D6D-2F58-36D3-D1FC-6F27E374B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5BC41-67BA-4FC2-A293-B0C34384D2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027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943977-96D3-F8B3-1610-BB06F267C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93607E-EB0B-53C7-0410-0CC954748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5F8DCA-4508-9AFF-E208-395C3D97F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F9E88-3658-4DD0-92D0-BD81A75E59C4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610963-A1E5-B787-09BE-8AAF7E6F8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5B7AA7-2BA9-F112-82D7-999EB8A7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5BC41-67BA-4FC2-A293-B0C34384D2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04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F82A27-23C3-86C4-0BDB-E1A14654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0CDCB5-037E-95A6-1472-84FAA51DC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0120B4-3E2E-8E82-F6F3-4C54C6AD2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F9E88-3658-4DD0-92D0-BD81A75E59C4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C31A13-5F24-7218-9989-5BF17113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0BFB4B-7B11-463D-DD9E-753ECC2D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5BC41-67BA-4FC2-A293-B0C34384D2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21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3D6E8C-7F78-93AE-5E3B-AA2C4F6BF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7E6ECA-D6EB-284B-A844-C8B36A44C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53803E-2915-6A87-D732-75E86295A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62AE11-D0DF-C0C3-258C-4443D0863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F9E88-3658-4DD0-92D0-BD81A75E59C4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A4EC61-9080-E9E9-0C7A-2895371A7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6ADF97-651B-CD76-913A-09E1B492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5BC41-67BA-4FC2-A293-B0C34384D2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6689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BD693B-B838-3EB2-4049-17990B01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4633B1-0AE9-05A3-A027-557E8C068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9854F9E-5752-5AFA-BADD-0F4AD0CAD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DB70390-D753-3B28-C1F9-AF489F703F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4A2C5DB-3A81-F6FB-08BB-85BE38C891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7AE36F1-1268-131F-876D-4DEC161A7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F9E88-3658-4DD0-92D0-BD81A75E59C4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C7B76A0-A39B-6414-FFCE-4CE97B321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29D5F7F-D85C-B840-B382-7DEDDBC5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5BC41-67BA-4FC2-A293-B0C34384D2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2779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1352ED-39A8-4FA3-513E-24A519703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3D95DA8-A4E3-1C65-CE3D-9A5166077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F9E88-3658-4DD0-92D0-BD81A75E59C4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292ED7-26FC-B59D-FF02-01EF60438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71DC38-1A30-57EA-BD99-F0743E80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5BC41-67BA-4FC2-A293-B0C34384D2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673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24A3660-C35B-B5C5-FDD6-769BF752C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F9E88-3658-4DD0-92D0-BD81A75E59C4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BD25CE5-DC98-A155-E467-91463942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7064CC-4E1D-9A59-B7B4-CA806F90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5BC41-67BA-4FC2-A293-B0C34384D2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053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878E51-62B9-C0AF-A23F-2F247D56E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4B54FA-20E5-D470-9BBA-244D5F568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6CE5BD-FAF2-F926-A02C-86D5B0C10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646C2B-393C-9098-E923-61433B7D9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F9E88-3658-4DD0-92D0-BD81A75E59C4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894C569-3013-B5F2-4344-7C0E2BED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B939B2-589F-8CB1-5D71-1B775F2E6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5BC41-67BA-4FC2-A293-B0C34384D2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45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5D8F6-9E65-F090-88E7-4E9C8D7ED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34ED647-856B-984D-E3C6-6AB178BBBD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F33C518-07FE-F166-58D7-B92ED330C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A1861B-B239-4BF8-242C-60A9F197C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F9E88-3658-4DD0-92D0-BD81A75E59C4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2259C1-A43F-C5CE-9DB4-358184472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2DC98A2-3F66-3D7E-D554-26E7C0122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5BC41-67BA-4FC2-A293-B0C34384D2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471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DF4FB5-B780-90A2-FD76-7DE3F3D6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35CAA7-A6A8-D6B2-070D-9B82EB8A8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C349A0-3E44-0230-2B30-C51940E55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F9E88-3658-4DD0-92D0-BD81A75E59C4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3A6F4A-ED55-FCA8-24DE-66B4C38E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AD09E9-A0FD-C0DC-F192-53BC51A8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5BC41-67BA-4FC2-A293-B0C34384D2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6433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7F93695-BA87-F18A-1922-A7A05F4C8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7611451-51BF-268C-8C79-C45B45C25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1B163A-E713-C5F6-33FC-2BC5B819E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F9E88-3658-4DD0-92D0-BD81A75E59C4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8ED1D4-140E-AD05-7AFC-E134B067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9AAA21-3FD4-DABB-BBE4-D75CB7779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5BC41-67BA-4FC2-A293-B0C34384D2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921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C3CBCF3-8BD6-7540-E918-26F9DBDC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B04AB4-F20E-4A53-8AF7-BBA0A0913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1E6C2D-7636-26CA-9A48-43DB6DA9D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BF9E88-3658-4DD0-92D0-BD81A75E59C4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7A979B-0530-DABA-ECAB-D59A306E4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EA7011-AFE8-C17A-BE42-81E7EFD83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5BC41-67BA-4FC2-A293-B0C34384D2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60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2.wdp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10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2.wdp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12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14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5" Type="http://schemas.openxmlformats.org/officeDocument/2006/relationships/image" Target="../media/image21.pn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1.png"/><Relationship Id="rId1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B9F457-EFBB-C84B-B9D0-FD754DAA7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62865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e-DE" dirty="0"/>
              <a:t>Startmenü</a:t>
            </a:r>
            <a:br>
              <a:rPr lang="de-DE" dirty="0"/>
            </a:br>
            <a:br>
              <a:rPr lang="de-DE" dirty="0"/>
            </a:br>
            <a:r>
              <a:rPr lang="de-DE" dirty="0" err="1"/>
              <a:t>settings</a:t>
            </a:r>
            <a:r>
              <a:rPr lang="de-DE" dirty="0"/>
              <a:t> – </a:t>
            </a:r>
            <a:r>
              <a:rPr lang="de-DE" dirty="0" err="1"/>
              <a:t>sprache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8408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BDAF6-D701-4EE7-0611-0709AB428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8FC18225-B183-F63B-3618-854AAF1007A9}"/>
              </a:ext>
            </a:extLst>
          </p:cNvPr>
          <p:cNvGrpSpPr/>
          <p:nvPr/>
        </p:nvGrpSpPr>
        <p:grpSpPr>
          <a:xfrm>
            <a:off x="5256530" y="3605192"/>
            <a:ext cx="1678940" cy="1384995"/>
            <a:chOff x="5256530" y="3660259"/>
            <a:chExt cx="1678940" cy="1384995"/>
          </a:xfrm>
        </p:grpSpPr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BB508AC6-80AF-18A6-35F1-8BAC73A394CB}"/>
                </a:ext>
              </a:extLst>
            </p:cNvPr>
            <p:cNvSpPr txBox="1"/>
            <p:nvPr/>
          </p:nvSpPr>
          <p:spPr>
            <a:xfrm>
              <a:off x="5256530" y="3660259"/>
              <a:ext cx="16789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dirty="0">
                  <a:solidFill>
                    <a:schemeClr val="bg1">
                      <a:lumMod val="95000"/>
                    </a:schemeClr>
                  </a:solidFill>
                  <a:latin typeface="Abadi" panose="020B0604020104020204" pitchFamily="34" charset="0"/>
                </a:rPr>
                <a:t>Start Game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79994650-09A0-06D3-64EB-EFCCABEA8AF9}"/>
                </a:ext>
              </a:extLst>
            </p:cNvPr>
            <p:cNvSpPr txBox="1"/>
            <p:nvPr/>
          </p:nvSpPr>
          <p:spPr>
            <a:xfrm>
              <a:off x="5256530" y="4121924"/>
              <a:ext cx="16789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dirty="0">
                  <a:solidFill>
                    <a:schemeClr val="bg1">
                      <a:lumMod val="95000"/>
                    </a:schemeClr>
                  </a:solidFill>
                  <a:latin typeface="Abadi" panose="020B0604020104020204" pitchFamily="34" charset="0"/>
                </a:rPr>
                <a:t>Settings</a:t>
              </a: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F1F8F1B6-C9AA-DB2B-A4F0-7CE2FB42D7C2}"/>
                </a:ext>
              </a:extLst>
            </p:cNvPr>
            <p:cNvSpPr txBox="1"/>
            <p:nvPr/>
          </p:nvSpPr>
          <p:spPr>
            <a:xfrm>
              <a:off x="5256530" y="4583589"/>
              <a:ext cx="16789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dirty="0" err="1">
                  <a:solidFill>
                    <a:schemeClr val="bg1">
                      <a:lumMod val="95000"/>
                    </a:schemeClr>
                  </a:solidFill>
                  <a:latin typeface="Abadi" panose="020B0604020104020204" pitchFamily="34" charset="0"/>
                </a:rPr>
                <a:t>Quit</a:t>
              </a:r>
              <a:endParaRPr lang="de-DE" sz="2400" dirty="0">
                <a:solidFill>
                  <a:schemeClr val="bg1">
                    <a:lumMod val="95000"/>
                  </a:schemeClr>
                </a:solidFill>
                <a:latin typeface="Abadi" panose="020B0604020104020204" pitchFamily="34" charset="0"/>
              </a:endParaRPr>
            </a:p>
          </p:txBody>
        </p:sp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66761751-8A2E-D70A-56CA-B2F5B1AE557B}"/>
              </a:ext>
            </a:extLst>
          </p:cNvPr>
          <p:cNvSpPr txBox="1"/>
          <p:nvPr/>
        </p:nvSpPr>
        <p:spPr>
          <a:xfrm>
            <a:off x="106680" y="83820"/>
            <a:ext cx="533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i="1" dirty="0" err="1">
                <a:solidFill>
                  <a:schemeClr val="bg2">
                    <a:lumMod val="25000"/>
                  </a:schemeClr>
                </a:solidFill>
                <a:latin typeface="Aptos Mono" panose="020B0009020202020204" pitchFamily="49" charset="0"/>
                <a:cs typeface="Aldhabi" panose="020F0502020204030204" pitchFamily="2" charset="-78"/>
              </a:rPr>
              <a:t>DevBuild</a:t>
            </a:r>
            <a:r>
              <a:rPr lang="de-DE" sz="1400" i="1" dirty="0">
                <a:solidFill>
                  <a:schemeClr val="bg2">
                    <a:lumMod val="25000"/>
                  </a:schemeClr>
                </a:solidFill>
                <a:latin typeface="Aptos Mono" panose="020B0009020202020204" pitchFamily="49" charset="0"/>
                <a:cs typeface="Aldhabi" panose="020F0502020204030204" pitchFamily="2" charset="-78"/>
              </a:rPr>
              <a:t>: … Design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F9ADA32-592F-6856-524E-EB0DCF2EE4C3}"/>
              </a:ext>
            </a:extLst>
          </p:cNvPr>
          <p:cNvSpPr txBox="1"/>
          <p:nvPr/>
        </p:nvSpPr>
        <p:spPr>
          <a:xfrm>
            <a:off x="6553200" y="83820"/>
            <a:ext cx="5532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400" i="1" dirty="0" err="1">
                <a:solidFill>
                  <a:schemeClr val="bg2">
                    <a:lumMod val="25000"/>
                  </a:schemeClr>
                </a:solidFill>
                <a:latin typeface="Aptos Mono" panose="020B0009020202020204" pitchFamily="49" charset="0"/>
                <a:cs typeface="Aldhabi" panose="020F0502020204030204" pitchFamily="2" charset="-78"/>
              </a:rPr>
              <a:t>Authors</a:t>
            </a:r>
            <a:endParaRPr lang="de-DE" sz="1400" i="1" dirty="0">
              <a:solidFill>
                <a:schemeClr val="bg2">
                  <a:lumMod val="25000"/>
                </a:schemeClr>
              </a:solidFill>
              <a:latin typeface="Aptos Mono" panose="020B0009020202020204" pitchFamily="49" charset="0"/>
              <a:cs typeface="Aldhabi" panose="020F0502020204030204" pitchFamily="2" charset="-78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8090EF4-67FB-F261-FBA9-BB75F0384D97}"/>
              </a:ext>
            </a:extLst>
          </p:cNvPr>
          <p:cNvSpPr/>
          <p:nvPr/>
        </p:nvSpPr>
        <p:spPr>
          <a:xfrm>
            <a:off x="2747962" y="1275462"/>
            <a:ext cx="6696075" cy="21383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8B81279-CF4B-BCDD-FDF1-8252DE2CA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323" y="1252420"/>
            <a:ext cx="8155998" cy="2405180"/>
          </a:xfrm>
          <a:prstGeom prst="rect">
            <a:avLst/>
          </a:prstGeom>
        </p:spPr>
      </p:pic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2759C609-9A26-7F32-C374-13055DF003B3}"/>
              </a:ext>
            </a:extLst>
          </p:cNvPr>
          <p:cNvSpPr/>
          <p:nvPr/>
        </p:nvSpPr>
        <p:spPr>
          <a:xfrm>
            <a:off x="3368040" y="1800223"/>
            <a:ext cx="5455920" cy="1219140"/>
          </a:xfrm>
          <a:custGeom>
            <a:avLst/>
            <a:gdLst/>
            <a:ahLst/>
            <a:cxnLst/>
            <a:rect l="l" t="t" r="r" b="b"/>
            <a:pathLst>
              <a:path w="4984552" h="1006078">
                <a:moveTo>
                  <a:pt x="1761530" y="838796"/>
                </a:moveTo>
                <a:lnTo>
                  <a:pt x="1761627" y="839065"/>
                </a:lnTo>
                <a:lnTo>
                  <a:pt x="1761614" y="839242"/>
                </a:lnTo>
                <a:cubicBezTo>
                  <a:pt x="1761558" y="839738"/>
                  <a:pt x="1761530" y="839589"/>
                  <a:pt x="1761530" y="838796"/>
                </a:cubicBezTo>
                <a:close/>
                <a:moveTo>
                  <a:pt x="4948666" y="338017"/>
                </a:moveTo>
                <a:cubicBezTo>
                  <a:pt x="4948777" y="337849"/>
                  <a:pt x="4948833" y="338287"/>
                  <a:pt x="4948833" y="339328"/>
                </a:cubicBezTo>
                <a:lnTo>
                  <a:pt x="4948555" y="338528"/>
                </a:lnTo>
                <a:close/>
                <a:moveTo>
                  <a:pt x="424458" y="222052"/>
                </a:moveTo>
                <a:cubicBezTo>
                  <a:pt x="362546" y="222052"/>
                  <a:pt x="313532" y="243284"/>
                  <a:pt x="277416" y="285750"/>
                </a:cubicBezTo>
                <a:cubicBezTo>
                  <a:pt x="242888" y="325835"/>
                  <a:pt x="225624" y="377428"/>
                  <a:pt x="225624" y="440531"/>
                </a:cubicBezTo>
                <a:cubicBezTo>
                  <a:pt x="225624" y="504825"/>
                  <a:pt x="242491" y="556419"/>
                  <a:pt x="276225" y="595313"/>
                </a:cubicBezTo>
                <a:cubicBezTo>
                  <a:pt x="311547" y="636588"/>
                  <a:pt x="360958" y="657225"/>
                  <a:pt x="424458" y="657225"/>
                </a:cubicBezTo>
                <a:cubicBezTo>
                  <a:pt x="485974" y="657225"/>
                  <a:pt x="534988" y="635992"/>
                  <a:pt x="571500" y="593527"/>
                </a:cubicBezTo>
                <a:cubicBezTo>
                  <a:pt x="606029" y="553045"/>
                  <a:pt x="623293" y="501650"/>
                  <a:pt x="623293" y="439341"/>
                </a:cubicBezTo>
                <a:cubicBezTo>
                  <a:pt x="623293" y="378222"/>
                  <a:pt x="605632" y="327224"/>
                  <a:pt x="570310" y="286345"/>
                </a:cubicBezTo>
                <a:cubicBezTo>
                  <a:pt x="533004" y="243483"/>
                  <a:pt x="484386" y="222052"/>
                  <a:pt x="424458" y="222052"/>
                </a:cubicBezTo>
                <a:close/>
                <a:moveTo>
                  <a:pt x="2423517" y="195263"/>
                </a:moveTo>
                <a:cubicBezTo>
                  <a:pt x="2385814" y="195263"/>
                  <a:pt x="2365772" y="201017"/>
                  <a:pt x="2363391" y="212527"/>
                </a:cubicBezTo>
                <a:cubicBezTo>
                  <a:pt x="2361010" y="226020"/>
                  <a:pt x="2359819" y="264914"/>
                  <a:pt x="2359819" y="329208"/>
                </a:cubicBezTo>
                <a:cubicBezTo>
                  <a:pt x="2359819" y="338336"/>
                  <a:pt x="2360018" y="351830"/>
                  <a:pt x="2360414" y="369689"/>
                </a:cubicBezTo>
                <a:cubicBezTo>
                  <a:pt x="2360811" y="387549"/>
                  <a:pt x="2361010" y="400844"/>
                  <a:pt x="2361010" y="409575"/>
                </a:cubicBezTo>
                <a:cubicBezTo>
                  <a:pt x="2361010" y="411560"/>
                  <a:pt x="2367360" y="413544"/>
                  <a:pt x="2380060" y="415528"/>
                </a:cubicBezTo>
                <a:cubicBezTo>
                  <a:pt x="2404269" y="419100"/>
                  <a:pt x="2429669" y="420886"/>
                  <a:pt x="2456260" y="420886"/>
                </a:cubicBezTo>
                <a:cubicBezTo>
                  <a:pt x="2543175" y="420886"/>
                  <a:pt x="2586633" y="386358"/>
                  <a:pt x="2586633" y="317302"/>
                </a:cubicBezTo>
                <a:cubicBezTo>
                  <a:pt x="2586633" y="268883"/>
                  <a:pt x="2570758" y="235347"/>
                  <a:pt x="2539008" y="216694"/>
                </a:cubicBezTo>
                <a:cubicBezTo>
                  <a:pt x="2514402" y="202406"/>
                  <a:pt x="2475905" y="195263"/>
                  <a:pt x="2423517" y="195263"/>
                </a:cubicBezTo>
                <a:close/>
                <a:moveTo>
                  <a:pt x="3952875" y="22622"/>
                </a:moveTo>
                <a:cubicBezTo>
                  <a:pt x="3958828" y="22622"/>
                  <a:pt x="3961606" y="26392"/>
                  <a:pt x="3961210" y="33933"/>
                </a:cubicBezTo>
                <a:lnTo>
                  <a:pt x="3960614" y="41672"/>
                </a:lnTo>
                <a:cubicBezTo>
                  <a:pt x="3955852" y="116284"/>
                  <a:pt x="3950494" y="228402"/>
                  <a:pt x="3944541" y="378024"/>
                </a:cubicBezTo>
                <a:lnTo>
                  <a:pt x="3943946" y="535186"/>
                </a:lnTo>
                <a:cubicBezTo>
                  <a:pt x="3943946" y="585986"/>
                  <a:pt x="3944144" y="623094"/>
                  <a:pt x="3944541" y="646510"/>
                </a:cubicBezTo>
                <a:cubicBezTo>
                  <a:pt x="3944938" y="651272"/>
                  <a:pt x="3945335" y="656035"/>
                  <a:pt x="3945731" y="660797"/>
                </a:cubicBezTo>
                <a:cubicBezTo>
                  <a:pt x="3946128" y="665560"/>
                  <a:pt x="3949105" y="668536"/>
                  <a:pt x="3954661" y="669727"/>
                </a:cubicBezTo>
                <a:cubicBezTo>
                  <a:pt x="3955058" y="669727"/>
                  <a:pt x="3960218" y="669727"/>
                  <a:pt x="3970139" y="669727"/>
                </a:cubicBezTo>
                <a:cubicBezTo>
                  <a:pt x="4005858" y="669727"/>
                  <a:pt x="4059337" y="667842"/>
                  <a:pt x="4130576" y="664071"/>
                </a:cubicBezTo>
                <a:cubicBezTo>
                  <a:pt x="4201815" y="660301"/>
                  <a:pt x="4255294" y="658416"/>
                  <a:pt x="4291013" y="658416"/>
                </a:cubicBezTo>
                <a:cubicBezTo>
                  <a:pt x="4301728" y="658416"/>
                  <a:pt x="4307086" y="662980"/>
                  <a:pt x="4307086" y="672108"/>
                </a:cubicBezTo>
                <a:cubicBezTo>
                  <a:pt x="4307086" y="739974"/>
                  <a:pt x="4302125" y="798513"/>
                  <a:pt x="4292203" y="847725"/>
                </a:cubicBezTo>
                <a:cubicBezTo>
                  <a:pt x="4290219" y="858044"/>
                  <a:pt x="4286052" y="864195"/>
                  <a:pt x="4279702" y="866180"/>
                </a:cubicBezTo>
                <a:cubicBezTo>
                  <a:pt x="4277717" y="866974"/>
                  <a:pt x="4269582" y="867371"/>
                  <a:pt x="4255294" y="867371"/>
                </a:cubicBezTo>
                <a:cubicBezTo>
                  <a:pt x="4221163" y="867371"/>
                  <a:pt x="4176713" y="866577"/>
                  <a:pt x="4121944" y="864989"/>
                </a:cubicBezTo>
                <a:cubicBezTo>
                  <a:pt x="4050507" y="863402"/>
                  <a:pt x="4006057" y="862409"/>
                  <a:pt x="3988594" y="862013"/>
                </a:cubicBezTo>
                <a:lnTo>
                  <a:pt x="3810596" y="859631"/>
                </a:lnTo>
                <a:cubicBezTo>
                  <a:pt x="3792736" y="860028"/>
                  <a:pt x="3767138" y="859235"/>
                  <a:pt x="3733800" y="857250"/>
                </a:cubicBezTo>
                <a:cubicBezTo>
                  <a:pt x="3722291" y="855266"/>
                  <a:pt x="3716536" y="849114"/>
                  <a:pt x="3716536" y="838796"/>
                </a:cubicBezTo>
                <a:cubicBezTo>
                  <a:pt x="3716536" y="795536"/>
                  <a:pt x="3717231" y="730746"/>
                  <a:pt x="3718620" y="644426"/>
                </a:cubicBezTo>
                <a:cubicBezTo>
                  <a:pt x="3720009" y="558106"/>
                  <a:pt x="3720703" y="493316"/>
                  <a:pt x="3720703" y="450056"/>
                </a:cubicBezTo>
                <a:cubicBezTo>
                  <a:pt x="3720703" y="404019"/>
                  <a:pt x="3719314" y="335062"/>
                  <a:pt x="3716536" y="243185"/>
                </a:cubicBezTo>
                <a:cubicBezTo>
                  <a:pt x="3713758" y="151309"/>
                  <a:pt x="3712369" y="82352"/>
                  <a:pt x="3712369" y="36314"/>
                </a:cubicBezTo>
                <a:cubicBezTo>
                  <a:pt x="3712369" y="27583"/>
                  <a:pt x="3718322" y="23217"/>
                  <a:pt x="3730228" y="23217"/>
                </a:cubicBezTo>
                <a:cubicBezTo>
                  <a:pt x="3742135" y="23217"/>
                  <a:pt x="3759895" y="23813"/>
                  <a:pt x="3783509" y="25003"/>
                </a:cubicBezTo>
                <a:cubicBezTo>
                  <a:pt x="3807123" y="26194"/>
                  <a:pt x="3824684" y="26789"/>
                  <a:pt x="3836194" y="26789"/>
                </a:cubicBezTo>
                <a:cubicBezTo>
                  <a:pt x="3849291" y="26789"/>
                  <a:pt x="3868738" y="26095"/>
                  <a:pt x="3894535" y="24706"/>
                </a:cubicBezTo>
                <a:cubicBezTo>
                  <a:pt x="3920332" y="23316"/>
                  <a:pt x="3939778" y="22622"/>
                  <a:pt x="3952875" y="22622"/>
                </a:cubicBezTo>
                <a:close/>
                <a:moveTo>
                  <a:pt x="4388049" y="22027"/>
                </a:moveTo>
                <a:cubicBezTo>
                  <a:pt x="4417418" y="22027"/>
                  <a:pt x="4461570" y="22820"/>
                  <a:pt x="4520506" y="24408"/>
                </a:cubicBezTo>
                <a:cubicBezTo>
                  <a:pt x="4579442" y="25995"/>
                  <a:pt x="4623594" y="26789"/>
                  <a:pt x="4652963" y="26789"/>
                </a:cubicBezTo>
                <a:cubicBezTo>
                  <a:pt x="4681935" y="26789"/>
                  <a:pt x="4725591" y="25995"/>
                  <a:pt x="4783931" y="24408"/>
                </a:cubicBezTo>
                <a:cubicBezTo>
                  <a:pt x="4842273" y="22820"/>
                  <a:pt x="4885929" y="22027"/>
                  <a:pt x="4914901" y="22027"/>
                </a:cubicBezTo>
                <a:cubicBezTo>
                  <a:pt x="4935538" y="22027"/>
                  <a:pt x="4947445" y="29766"/>
                  <a:pt x="4950619" y="45244"/>
                </a:cubicBezTo>
                <a:cubicBezTo>
                  <a:pt x="4952603" y="54372"/>
                  <a:pt x="4955679" y="82054"/>
                  <a:pt x="4959847" y="128290"/>
                </a:cubicBezTo>
                <a:cubicBezTo>
                  <a:pt x="4964013" y="174526"/>
                  <a:pt x="4966097" y="202605"/>
                  <a:pt x="4966097" y="212527"/>
                </a:cubicBezTo>
                <a:cubicBezTo>
                  <a:pt x="4966097" y="220861"/>
                  <a:pt x="4962129" y="225028"/>
                  <a:pt x="4954191" y="225028"/>
                </a:cubicBezTo>
                <a:cubicBezTo>
                  <a:pt x="4951810" y="225028"/>
                  <a:pt x="4947643" y="224830"/>
                  <a:pt x="4941689" y="224433"/>
                </a:cubicBezTo>
                <a:cubicBezTo>
                  <a:pt x="4836121" y="215702"/>
                  <a:pt x="4741268" y="211336"/>
                  <a:pt x="4657130" y="211336"/>
                </a:cubicBezTo>
                <a:cubicBezTo>
                  <a:pt x="4636096" y="211336"/>
                  <a:pt x="4623197" y="216297"/>
                  <a:pt x="4618435" y="226219"/>
                </a:cubicBezTo>
                <a:cubicBezTo>
                  <a:pt x="4616450" y="230981"/>
                  <a:pt x="4615458" y="246261"/>
                  <a:pt x="4615458" y="272058"/>
                </a:cubicBezTo>
                <a:cubicBezTo>
                  <a:pt x="4615458" y="299046"/>
                  <a:pt x="4619427" y="316905"/>
                  <a:pt x="4627364" y="325636"/>
                </a:cubicBezTo>
                <a:cubicBezTo>
                  <a:pt x="4634111" y="333177"/>
                  <a:pt x="4647010" y="336947"/>
                  <a:pt x="4666060" y="336947"/>
                </a:cubicBezTo>
                <a:cubicBezTo>
                  <a:pt x="4670028" y="336947"/>
                  <a:pt x="4677767" y="336649"/>
                  <a:pt x="4689277" y="336054"/>
                </a:cubicBezTo>
                <a:cubicBezTo>
                  <a:pt x="4700786" y="335459"/>
                  <a:pt x="4710311" y="335161"/>
                  <a:pt x="4717852" y="335161"/>
                </a:cubicBezTo>
                <a:cubicBezTo>
                  <a:pt x="4767858" y="335161"/>
                  <a:pt x="4818460" y="333772"/>
                  <a:pt x="4869657" y="330994"/>
                </a:cubicBezTo>
                <a:cubicBezTo>
                  <a:pt x="4874022" y="330597"/>
                  <a:pt x="4884937" y="329605"/>
                  <a:pt x="4902399" y="328017"/>
                </a:cubicBezTo>
                <a:cubicBezTo>
                  <a:pt x="4915893" y="326430"/>
                  <a:pt x="4926609" y="325636"/>
                  <a:pt x="4934545" y="325636"/>
                </a:cubicBezTo>
                <a:cubicBezTo>
                  <a:pt x="4939308" y="325636"/>
                  <a:pt x="4942880" y="326777"/>
                  <a:pt x="4945261" y="329059"/>
                </a:cubicBezTo>
                <a:lnTo>
                  <a:pt x="4948555" y="338528"/>
                </a:lnTo>
                <a:lnTo>
                  <a:pt x="4948163" y="340333"/>
                </a:lnTo>
                <a:cubicBezTo>
                  <a:pt x="4946824" y="348593"/>
                  <a:pt x="4943475" y="378619"/>
                  <a:pt x="4938117" y="430411"/>
                </a:cubicBezTo>
                <a:cubicBezTo>
                  <a:pt x="4934943" y="462161"/>
                  <a:pt x="4933355" y="493911"/>
                  <a:pt x="4933355" y="525661"/>
                </a:cubicBezTo>
                <a:cubicBezTo>
                  <a:pt x="4933355" y="533599"/>
                  <a:pt x="4927600" y="537567"/>
                  <a:pt x="4916091" y="537567"/>
                </a:cubicBezTo>
                <a:cubicBezTo>
                  <a:pt x="4916091" y="537567"/>
                  <a:pt x="4898231" y="535583"/>
                  <a:pt x="4862513" y="531614"/>
                </a:cubicBezTo>
                <a:cubicBezTo>
                  <a:pt x="4839891" y="529233"/>
                  <a:pt x="4788297" y="528042"/>
                  <a:pt x="4707732" y="528042"/>
                </a:cubicBezTo>
                <a:lnTo>
                  <a:pt x="4644628" y="528042"/>
                </a:lnTo>
                <a:cubicBezTo>
                  <a:pt x="4628356" y="528042"/>
                  <a:pt x="4618831" y="532011"/>
                  <a:pt x="4616053" y="539949"/>
                </a:cubicBezTo>
                <a:cubicBezTo>
                  <a:pt x="4615657" y="541933"/>
                  <a:pt x="4615458" y="554236"/>
                  <a:pt x="4615458" y="576858"/>
                </a:cubicBezTo>
                <a:cubicBezTo>
                  <a:pt x="4615458" y="607020"/>
                  <a:pt x="4617443" y="626467"/>
                  <a:pt x="4621411" y="635199"/>
                </a:cubicBezTo>
                <a:cubicBezTo>
                  <a:pt x="4628158" y="650280"/>
                  <a:pt x="4653558" y="659210"/>
                  <a:pt x="4697612" y="661988"/>
                </a:cubicBezTo>
                <a:cubicBezTo>
                  <a:pt x="4696817" y="661988"/>
                  <a:pt x="4725789" y="661988"/>
                  <a:pt x="4784527" y="661988"/>
                </a:cubicBezTo>
                <a:cubicBezTo>
                  <a:pt x="4805561" y="661988"/>
                  <a:pt x="4836815" y="660103"/>
                  <a:pt x="4878289" y="656332"/>
                </a:cubicBezTo>
                <a:cubicBezTo>
                  <a:pt x="4919763" y="652562"/>
                  <a:pt x="4950817" y="650677"/>
                  <a:pt x="4971455" y="650677"/>
                </a:cubicBezTo>
                <a:cubicBezTo>
                  <a:pt x="4980187" y="650677"/>
                  <a:pt x="4984552" y="657820"/>
                  <a:pt x="4984552" y="672108"/>
                </a:cubicBezTo>
                <a:cubicBezTo>
                  <a:pt x="4984552" y="689174"/>
                  <a:pt x="4981179" y="720527"/>
                  <a:pt x="4974431" y="766167"/>
                </a:cubicBezTo>
                <a:cubicBezTo>
                  <a:pt x="4967288" y="815777"/>
                  <a:pt x="4960937" y="845344"/>
                  <a:pt x="4955381" y="854869"/>
                </a:cubicBezTo>
                <a:cubicBezTo>
                  <a:pt x="4950619" y="862409"/>
                  <a:pt x="4944071" y="866180"/>
                  <a:pt x="4935737" y="866180"/>
                </a:cubicBezTo>
                <a:cubicBezTo>
                  <a:pt x="4932165" y="866180"/>
                  <a:pt x="4926211" y="865585"/>
                  <a:pt x="4917877" y="864394"/>
                </a:cubicBezTo>
                <a:cubicBezTo>
                  <a:pt x="4888905" y="860425"/>
                  <a:pt x="4804371" y="858441"/>
                  <a:pt x="4664274" y="858441"/>
                </a:cubicBezTo>
                <a:cubicBezTo>
                  <a:pt x="4633714" y="858441"/>
                  <a:pt x="4588272" y="858242"/>
                  <a:pt x="4527947" y="857846"/>
                </a:cubicBezTo>
                <a:cubicBezTo>
                  <a:pt x="4467622" y="857449"/>
                  <a:pt x="4422378" y="857250"/>
                  <a:pt x="4392216" y="857250"/>
                </a:cubicBezTo>
                <a:cubicBezTo>
                  <a:pt x="4379119" y="857250"/>
                  <a:pt x="4372571" y="851495"/>
                  <a:pt x="4372571" y="839986"/>
                </a:cubicBezTo>
                <a:cubicBezTo>
                  <a:pt x="4372571" y="795536"/>
                  <a:pt x="4375051" y="728762"/>
                  <a:pt x="4380012" y="639663"/>
                </a:cubicBezTo>
                <a:cubicBezTo>
                  <a:pt x="4384973" y="550565"/>
                  <a:pt x="4387453" y="483791"/>
                  <a:pt x="4387453" y="439341"/>
                </a:cubicBezTo>
                <a:cubicBezTo>
                  <a:pt x="4387453" y="394097"/>
                  <a:pt x="4385072" y="309761"/>
                  <a:pt x="4380310" y="186333"/>
                </a:cubicBezTo>
                <a:cubicBezTo>
                  <a:pt x="4379119" y="154583"/>
                  <a:pt x="4376936" y="107156"/>
                  <a:pt x="4373761" y="44053"/>
                </a:cubicBezTo>
                <a:lnTo>
                  <a:pt x="4373166" y="35719"/>
                </a:lnTo>
                <a:cubicBezTo>
                  <a:pt x="4372372" y="26591"/>
                  <a:pt x="4377333" y="22027"/>
                  <a:pt x="4388049" y="22027"/>
                </a:cubicBezTo>
                <a:close/>
                <a:moveTo>
                  <a:pt x="2921199" y="22027"/>
                </a:moveTo>
                <a:cubicBezTo>
                  <a:pt x="2933502" y="22027"/>
                  <a:pt x="2952056" y="22622"/>
                  <a:pt x="2976860" y="23813"/>
                </a:cubicBezTo>
                <a:cubicBezTo>
                  <a:pt x="3001665" y="25003"/>
                  <a:pt x="3020219" y="25599"/>
                  <a:pt x="3032522" y="25599"/>
                </a:cubicBezTo>
                <a:cubicBezTo>
                  <a:pt x="3045222" y="25599"/>
                  <a:pt x="3064074" y="25003"/>
                  <a:pt x="3089077" y="23813"/>
                </a:cubicBezTo>
                <a:cubicBezTo>
                  <a:pt x="3114080" y="22622"/>
                  <a:pt x="3132733" y="22027"/>
                  <a:pt x="3145036" y="22027"/>
                </a:cubicBezTo>
                <a:cubicBezTo>
                  <a:pt x="3151783" y="22027"/>
                  <a:pt x="3155156" y="25599"/>
                  <a:pt x="3155156" y="32742"/>
                </a:cubicBezTo>
                <a:cubicBezTo>
                  <a:pt x="3155156" y="62111"/>
                  <a:pt x="3153668" y="106462"/>
                  <a:pt x="3150692" y="165795"/>
                </a:cubicBezTo>
                <a:cubicBezTo>
                  <a:pt x="3147715" y="225127"/>
                  <a:pt x="3146227" y="269478"/>
                  <a:pt x="3146227" y="298847"/>
                </a:cubicBezTo>
                <a:cubicBezTo>
                  <a:pt x="3146227" y="332978"/>
                  <a:pt x="3155553" y="350044"/>
                  <a:pt x="3174206" y="350044"/>
                </a:cubicBezTo>
                <a:cubicBezTo>
                  <a:pt x="3221435" y="350044"/>
                  <a:pt x="3258146" y="337145"/>
                  <a:pt x="3284339" y="311349"/>
                </a:cubicBezTo>
                <a:cubicBezTo>
                  <a:pt x="3303786" y="292299"/>
                  <a:pt x="3323431" y="257572"/>
                  <a:pt x="3343275" y="207169"/>
                </a:cubicBezTo>
                <a:cubicBezTo>
                  <a:pt x="3355975" y="168672"/>
                  <a:pt x="3376811" y="111919"/>
                  <a:pt x="3405783" y="36909"/>
                </a:cubicBezTo>
                <a:cubicBezTo>
                  <a:pt x="3410149" y="26988"/>
                  <a:pt x="3419078" y="22027"/>
                  <a:pt x="3432572" y="22027"/>
                </a:cubicBezTo>
                <a:cubicBezTo>
                  <a:pt x="3442891" y="22027"/>
                  <a:pt x="3458468" y="22622"/>
                  <a:pt x="3479304" y="23813"/>
                </a:cubicBezTo>
                <a:cubicBezTo>
                  <a:pt x="3500140" y="25003"/>
                  <a:pt x="3515717" y="25599"/>
                  <a:pt x="3526036" y="25599"/>
                </a:cubicBezTo>
                <a:cubicBezTo>
                  <a:pt x="3536752" y="25599"/>
                  <a:pt x="3552726" y="25202"/>
                  <a:pt x="3573959" y="24408"/>
                </a:cubicBezTo>
                <a:cubicBezTo>
                  <a:pt x="3595192" y="23614"/>
                  <a:pt x="3610967" y="23217"/>
                  <a:pt x="3621286" y="23217"/>
                </a:cubicBezTo>
                <a:cubicBezTo>
                  <a:pt x="3630811" y="23217"/>
                  <a:pt x="3635574" y="27781"/>
                  <a:pt x="3635574" y="36909"/>
                </a:cubicBezTo>
                <a:cubicBezTo>
                  <a:pt x="3635574" y="50006"/>
                  <a:pt x="3627239" y="81955"/>
                  <a:pt x="3610571" y="132755"/>
                </a:cubicBezTo>
                <a:cubicBezTo>
                  <a:pt x="3561358" y="282774"/>
                  <a:pt x="3504803" y="376436"/>
                  <a:pt x="3440906" y="413742"/>
                </a:cubicBezTo>
                <a:cubicBezTo>
                  <a:pt x="3427810" y="421283"/>
                  <a:pt x="3421261" y="427435"/>
                  <a:pt x="3421261" y="432197"/>
                </a:cubicBezTo>
                <a:cubicBezTo>
                  <a:pt x="3421261" y="431800"/>
                  <a:pt x="3457873" y="491331"/>
                  <a:pt x="3531096" y="610791"/>
                </a:cubicBezTo>
                <a:cubicBezTo>
                  <a:pt x="3604320" y="730250"/>
                  <a:pt x="3640931" y="801291"/>
                  <a:pt x="3640931" y="823913"/>
                </a:cubicBezTo>
                <a:cubicBezTo>
                  <a:pt x="3640931" y="840978"/>
                  <a:pt x="3633589" y="852091"/>
                  <a:pt x="3618905" y="857250"/>
                </a:cubicBezTo>
                <a:cubicBezTo>
                  <a:pt x="3606999" y="861219"/>
                  <a:pt x="3575646" y="863203"/>
                  <a:pt x="3524846" y="863203"/>
                </a:cubicBezTo>
                <a:cubicBezTo>
                  <a:pt x="3476030" y="863203"/>
                  <a:pt x="3440311" y="861219"/>
                  <a:pt x="3417689" y="857250"/>
                </a:cubicBezTo>
                <a:cubicBezTo>
                  <a:pt x="3406974" y="855266"/>
                  <a:pt x="3399929" y="853182"/>
                  <a:pt x="3396556" y="850999"/>
                </a:cubicBezTo>
                <a:cubicBezTo>
                  <a:pt x="3393182" y="848817"/>
                  <a:pt x="3388916" y="843161"/>
                  <a:pt x="3383756" y="834033"/>
                </a:cubicBezTo>
                <a:cubicBezTo>
                  <a:pt x="3354785" y="780852"/>
                  <a:pt x="3326011" y="727670"/>
                  <a:pt x="3297436" y="674489"/>
                </a:cubicBezTo>
                <a:cubicBezTo>
                  <a:pt x="3250208" y="588764"/>
                  <a:pt x="3222030" y="541536"/>
                  <a:pt x="3212902" y="532805"/>
                </a:cubicBezTo>
                <a:cubicBezTo>
                  <a:pt x="3170039" y="548283"/>
                  <a:pt x="3148608" y="559395"/>
                  <a:pt x="3148608" y="566142"/>
                </a:cubicBezTo>
                <a:cubicBezTo>
                  <a:pt x="3148608" y="595908"/>
                  <a:pt x="3149799" y="640854"/>
                  <a:pt x="3152180" y="700981"/>
                </a:cubicBezTo>
                <a:cubicBezTo>
                  <a:pt x="3154561" y="761107"/>
                  <a:pt x="3155752" y="806252"/>
                  <a:pt x="3155752" y="836414"/>
                </a:cubicBezTo>
                <a:cubicBezTo>
                  <a:pt x="3155752" y="848717"/>
                  <a:pt x="3150394" y="855663"/>
                  <a:pt x="3139678" y="857250"/>
                </a:cubicBezTo>
                <a:cubicBezTo>
                  <a:pt x="3119041" y="860425"/>
                  <a:pt x="3081734" y="862013"/>
                  <a:pt x="3027760" y="862013"/>
                </a:cubicBezTo>
                <a:cubicBezTo>
                  <a:pt x="2976166" y="862013"/>
                  <a:pt x="2942035" y="860425"/>
                  <a:pt x="2925366" y="857250"/>
                </a:cubicBezTo>
                <a:cubicBezTo>
                  <a:pt x="2913856" y="854869"/>
                  <a:pt x="2908102" y="848717"/>
                  <a:pt x="2908102" y="838796"/>
                </a:cubicBezTo>
                <a:cubicBezTo>
                  <a:pt x="2908102" y="795933"/>
                  <a:pt x="2910185" y="731242"/>
                  <a:pt x="2914353" y="644724"/>
                </a:cubicBezTo>
                <a:cubicBezTo>
                  <a:pt x="2918520" y="558205"/>
                  <a:pt x="2920603" y="493316"/>
                  <a:pt x="2920603" y="450056"/>
                </a:cubicBezTo>
                <a:cubicBezTo>
                  <a:pt x="2920603" y="404019"/>
                  <a:pt x="2918619" y="334863"/>
                  <a:pt x="2914650" y="242590"/>
                </a:cubicBezTo>
                <a:cubicBezTo>
                  <a:pt x="2910682" y="150316"/>
                  <a:pt x="2908697" y="81161"/>
                  <a:pt x="2908697" y="35124"/>
                </a:cubicBezTo>
                <a:cubicBezTo>
                  <a:pt x="2908697" y="26392"/>
                  <a:pt x="2912864" y="22027"/>
                  <a:pt x="2921199" y="22027"/>
                </a:cubicBezTo>
                <a:close/>
                <a:moveTo>
                  <a:pt x="1782962" y="22027"/>
                </a:moveTo>
                <a:cubicBezTo>
                  <a:pt x="1795265" y="22027"/>
                  <a:pt x="1813818" y="22622"/>
                  <a:pt x="1838623" y="23813"/>
                </a:cubicBezTo>
                <a:cubicBezTo>
                  <a:pt x="1863428" y="25003"/>
                  <a:pt x="1881982" y="25599"/>
                  <a:pt x="1894285" y="25599"/>
                </a:cubicBezTo>
                <a:cubicBezTo>
                  <a:pt x="1906588" y="25599"/>
                  <a:pt x="1924745" y="25003"/>
                  <a:pt x="1948756" y="23813"/>
                </a:cubicBezTo>
                <a:cubicBezTo>
                  <a:pt x="1972767" y="22622"/>
                  <a:pt x="1990924" y="22027"/>
                  <a:pt x="2003227" y="22027"/>
                </a:cubicBezTo>
                <a:cubicBezTo>
                  <a:pt x="2014736" y="22027"/>
                  <a:pt x="2020491" y="26392"/>
                  <a:pt x="2020491" y="35124"/>
                </a:cubicBezTo>
                <a:cubicBezTo>
                  <a:pt x="2020491" y="77589"/>
                  <a:pt x="2018209" y="141288"/>
                  <a:pt x="2013645" y="226219"/>
                </a:cubicBezTo>
                <a:cubicBezTo>
                  <a:pt x="2009081" y="311150"/>
                  <a:pt x="2006799" y="374849"/>
                  <a:pt x="2006799" y="417314"/>
                </a:cubicBezTo>
                <a:cubicBezTo>
                  <a:pt x="2006799" y="464145"/>
                  <a:pt x="2007990" y="534591"/>
                  <a:pt x="2010371" y="628650"/>
                </a:cubicBezTo>
                <a:cubicBezTo>
                  <a:pt x="2012752" y="722710"/>
                  <a:pt x="2013943" y="793155"/>
                  <a:pt x="2013943" y="839986"/>
                </a:cubicBezTo>
                <a:cubicBezTo>
                  <a:pt x="2013943" y="847924"/>
                  <a:pt x="2012157" y="852884"/>
                  <a:pt x="2008585" y="854869"/>
                </a:cubicBezTo>
                <a:cubicBezTo>
                  <a:pt x="2007791" y="855266"/>
                  <a:pt x="2002632" y="856060"/>
                  <a:pt x="1993107" y="857250"/>
                </a:cubicBezTo>
                <a:cubicBezTo>
                  <a:pt x="1967310" y="860425"/>
                  <a:pt x="1932782" y="862013"/>
                  <a:pt x="1889522" y="862013"/>
                </a:cubicBezTo>
                <a:cubicBezTo>
                  <a:pt x="1831579" y="862013"/>
                  <a:pt x="1794669" y="860425"/>
                  <a:pt x="1778794" y="857250"/>
                </a:cubicBezTo>
                <a:cubicBezTo>
                  <a:pt x="1773040" y="856060"/>
                  <a:pt x="1768724" y="853926"/>
                  <a:pt x="1765846" y="850851"/>
                </a:cubicBezTo>
                <a:lnTo>
                  <a:pt x="1761627" y="839065"/>
                </a:lnTo>
                <a:lnTo>
                  <a:pt x="1761865" y="835819"/>
                </a:lnTo>
                <a:cubicBezTo>
                  <a:pt x="1762535" y="825103"/>
                  <a:pt x="1764209" y="791171"/>
                  <a:pt x="1766888" y="734021"/>
                </a:cubicBezTo>
                <a:cubicBezTo>
                  <a:pt x="1774032" y="573286"/>
                  <a:pt x="1777604" y="467717"/>
                  <a:pt x="1777604" y="417314"/>
                </a:cubicBezTo>
                <a:cubicBezTo>
                  <a:pt x="1777604" y="374849"/>
                  <a:pt x="1776215" y="311150"/>
                  <a:pt x="1773436" y="226219"/>
                </a:cubicBezTo>
                <a:cubicBezTo>
                  <a:pt x="1770658" y="141288"/>
                  <a:pt x="1769269" y="77589"/>
                  <a:pt x="1769269" y="35124"/>
                </a:cubicBezTo>
                <a:cubicBezTo>
                  <a:pt x="1769269" y="26392"/>
                  <a:pt x="1773833" y="22027"/>
                  <a:pt x="1782962" y="22027"/>
                </a:cubicBezTo>
                <a:close/>
                <a:moveTo>
                  <a:pt x="945952" y="22027"/>
                </a:moveTo>
                <a:cubicBezTo>
                  <a:pt x="970161" y="22027"/>
                  <a:pt x="1006773" y="23019"/>
                  <a:pt x="1055787" y="25003"/>
                </a:cubicBezTo>
                <a:cubicBezTo>
                  <a:pt x="1104801" y="26988"/>
                  <a:pt x="1141413" y="27980"/>
                  <a:pt x="1165622" y="27980"/>
                </a:cubicBezTo>
                <a:cubicBezTo>
                  <a:pt x="1175544" y="27980"/>
                  <a:pt x="1180505" y="32345"/>
                  <a:pt x="1180505" y="41077"/>
                </a:cubicBezTo>
                <a:cubicBezTo>
                  <a:pt x="1180505" y="93464"/>
                  <a:pt x="1178818" y="171946"/>
                  <a:pt x="1175445" y="276523"/>
                </a:cubicBezTo>
                <a:cubicBezTo>
                  <a:pt x="1172072" y="381099"/>
                  <a:pt x="1170385" y="459581"/>
                  <a:pt x="1170385" y="511969"/>
                </a:cubicBezTo>
                <a:cubicBezTo>
                  <a:pt x="1170385" y="574278"/>
                  <a:pt x="1176933" y="616347"/>
                  <a:pt x="1190030" y="638175"/>
                </a:cubicBezTo>
                <a:cubicBezTo>
                  <a:pt x="1207493" y="667941"/>
                  <a:pt x="1244005" y="682824"/>
                  <a:pt x="1299568" y="682824"/>
                </a:cubicBezTo>
                <a:cubicBezTo>
                  <a:pt x="1380927" y="682824"/>
                  <a:pt x="1421607" y="643335"/>
                  <a:pt x="1421607" y="564356"/>
                </a:cubicBezTo>
                <a:cubicBezTo>
                  <a:pt x="1421607" y="506810"/>
                  <a:pt x="1420218" y="420489"/>
                  <a:pt x="1417439" y="305395"/>
                </a:cubicBezTo>
                <a:cubicBezTo>
                  <a:pt x="1414661" y="190302"/>
                  <a:pt x="1413272" y="103981"/>
                  <a:pt x="1413272" y="46434"/>
                </a:cubicBezTo>
                <a:cubicBezTo>
                  <a:pt x="1413272" y="34131"/>
                  <a:pt x="1418233" y="27980"/>
                  <a:pt x="1428155" y="27980"/>
                </a:cubicBezTo>
                <a:cubicBezTo>
                  <a:pt x="1451571" y="27980"/>
                  <a:pt x="1486893" y="26988"/>
                  <a:pt x="1534121" y="25003"/>
                </a:cubicBezTo>
                <a:cubicBezTo>
                  <a:pt x="1581349" y="23019"/>
                  <a:pt x="1616671" y="22027"/>
                  <a:pt x="1640087" y="22027"/>
                </a:cubicBezTo>
                <a:cubicBezTo>
                  <a:pt x="1651596" y="22027"/>
                  <a:pt x="1657350" y="26789"/>
                  <a:pt x="1657350" y="36314"/>
                </a:cubicBezTo>
                <a:cubicBezTo>
                  <a:pt x="1657350" y="81955"/>
                  <a:pt x="1655465" y="150813"/>
                  <a:pt x="1651695" y="242888"/>
                </a:cubicBezTo>
                <a:cubicBezTo>
                  <a:pt x="1647925" y="334963"/>
                  <a:pt x="1646040" y="404019"/>
                  <a:pt x="1646040" y="450056"/>
                </a:cubicBezTo>
                <a:cubicBezTo>
                  <a:pt x="1646040" y="462756"/>
                  <a:pt x="1646238" y="481906"/>
                  <a:pt x="1646635" y="507504"/>
                </a:cubicBezTo>
                <a:cubicBezTo>
                  <a:pt x="1647032" y="533103"/>
                  <a:pt x="1647230" y="552252"/>
                  <a:pt x="1647230" y="564952"/>
                </a:cubicBezTo>
                <a:cubicBezTo>
                  <a:pt x="1647230" y="666155"/>
                  <a:pt x="1635125" y="735211"/>
                  <a:pt x="1610916" y="772121"/>
                </a:cubicBezTo>
                <a:cubicBezTo>
                  <a:pt x="1566466" y="839589"/>
                  <a:pt x="1455540" y="873324"/>
                  <a:pt x="1278137" y="873324"/>
                </a:cubicBezTo>
                <a:cubicBezTo>
                  <a:pt x="1197968" y="873324"/>
                  <a:pt x="1136254" y="867172"/>
                  <a:pt x="1092994" y="854869"/>
                </a:cubicBezTo>
                <a:cubicBezTo>
                  <a:pt x="1023938" y="835025"/>
                  <a:pt x="979091" y="797124"/>
                  <a:pt x="958454" y="741164"/>
                </a:cubicBezTo>
                <a:cubicBezTo>
                  <a:pt x="948135" y="713780"/>
                  <a:pt x="942975" y="664964"/>
                  <a:pt x="942975" y="594717"/>
                </a:cubicBezTo>
                <a:cubicBezTo>
                  <a:pt x="942975" y="578445"/>
                  <a:pt x="943571" y="554236"/>
                  <a:pt x="944761" y="522089"/>
                </a:cubicBezTo>
                <a:cubicBezTo>
                  <a:pt x="945952" y="489942"/>
                  <a:pt x="946547" y="465931"/>
                  <a:pt x="946547" y="450056"/>
                </a:cubicBezTo>
                <a:cubicBezTo>
                  <a:pt x="946547" y="404019"/>
                  <a:pt x="944365" y="334963"/>
                  <a:pt x="939999" y="242888"/>
                </a:cubicBezTo>
                <a:cubicBezTo>
                  <a:pt x="935633" y="150813"/>
                  <a:pt x="933450" y="81955"/>
                  <a:pt x="933450" y="36314"/>
                </a:cubicBezTo>
                <a:cubicBezTo>
                  <a:pt x="933450" y="26789"/>
                  <a:pt x="937618" y="22027"/>
                  <a:pt x="945952" y="22027"/>
                </a:cubicBezTo>
                <a:close/>
                <a:moveTo>
                  <a:pt x="2503885" y="18455"/>
                </a:moveTo>
                <a:cubicBezTo>
                  <a:pt x="2594372" y="18455"/>
                  <a:pt x="2668191" y="38894"/>
                  <a:pt x="2725341" y="79772"/>
                </a:cubicBezTo>
                <a:cubicBezTo>
                  <a:pt x="2790031" y="125809"/>
                  <a:pt x="2822377" y="192286"/>
                  <a:pt x="2822377" y="279202"/>
                </a:cubicBezTo>
                <a:cubicBezTo>
                  <a:pt x="2822377" y="337145"/>
                  <a:pt x="2814042" y="383381"/>
                  <a:pt x="2797374" y="417910"/>
                </a:cubicBezTo>
                <a:cubicBezTo>
                  <a:pt x="2780705" y="452438"/>
                  <a:pt x="2749947" y="485974"/>
                  <a:pt x="2705100" y="518517"/>
                </a:cubicBezTo>
                <a:cubicBezTo>
                  <a:pt x="2695972" y="524867"/>
                  <a:pt x="2691408" y="530820"/>
                  <a:pt x="2691408" y="536377"/>
                </a:cubicBezTo>
                <a:cubicBezTo>
                  <a:pt x="2691408" y="535980"/>
                  <a:pt x="2715617" y="585788"/>
                  <a:pt x="2764036" y="685800"/>
                </a:cubicBezTo>
                <a:cubicBezTo>
                  <a:pt x="2812455" y="785813"/>
                  <a:pt x="2836664" y="840978"/>
                  <a:pt x="2836664" y="851297"/>
                </a:cubicBezTo>
                <a:cubicBezTo>
                  <a:pt x="2836664" y="854075"/>
                  <a:pt x="2832696" y="856060"/>
                  <a:pt x="2824758" y="857250"/>
                </a:cubicBezTo>
                <a:cubicBezTo>
                  <a:pt x="2809677" y="859631"/>
                  <a:pt x="2771775" y="860822"/>
                  <a:pt x="2711053" y="860822"/>
                </a:cubicBezTo>
                <a:cubicBezTo>
                  <a:pt x="2659063" y="860822"/>
                  <a:pt x="2623741" y="859631"/>
                  <a:pt x="2605088" y="857250"/>
                </a:cubicBezTo>
                <a:cubicBezTo>
                  <a:pt x="2596357" y="856060"/>
                  <a:pt x="2591396" y="855067"/>
                  <a:pt x="2590205" y="854274"/>
                </a:cubicBezTo>
                <a:cubicBezTo>
                  <a:pt x="2587824" y="853083"/>
                  <a:pt x="2585046" y="849114"/>
                  <a:pt x="2581871" y="842367"/>
                </a:cubicBezTo>
                <a:cubicBezTo>
                  <a:pt x="2575917" y="826889"/>
                  <a:pt x="2567186" y="803870"/>
                  <a:pt x="2555677" y="773311"/>
                </a:cubicBezTo>
                <a:cubicBezTo>
                  <a:pt x="2540199" y="733624"/>
                  <a:pt x="2515989" y="675085"/>
                  <a:pt x="2483049" y="597694"/>
                </a:cubicBezTo>
                <a:cubicBezTo>
                  <a:pt x="2475905" y="582216"/>
                  <a:pt x="2459435" y="573683"/>
                  <a:pt x="2433638" y="572095"/>
                </a:cubicBezTo>
                <a:cubicBezTo>
                  <a:pt x="2445544" y="572889"/>
                  <a:pt x="2425105" y="573286"/>
                  <a:pt x="2372321" y="573286"/>
                </a:cubicBezTo>
                <a:cubicBezTo>
                  <a:pt x="2366367" y="573286"/>
                  <a:pt x="2363391" y="583406"/>
                  <a:pt x="2363391" y="603647"/>
                </a:cubicBezTo>
                <a:cubicBezTo>
                  <a:pt x="2363391" y="630635"/>
                  <a:pt x="2365872" y="670917"/>
                  <a:pt x="2370833" y="724496"/>
                </a:cubicBezTo>
                <a:cubicBezTo>
                  <a:pt x="2375793" y="778074"/>
                  <a:pt x="2378274" y="818356"/>
                  <a:pt x="2378274" y="845344"/>
                </a:cubicBezTo>
                <a:cubicBezTo>
                  <a:pt x="2378274" y="852091"/>
                  <a:pt x="2376488" y="856060"/>
                  <a:pt x="2372916" y="857250"/>
                </a:cubicBezTo>
                <a:cubicBezTo>
                  <a:pt x="2367360" y="857647"/>
                  <a:pt x="2361803" y="858044"/>
                  <a:pt x="2356247" y="858441"/>
                </a:cubicBezTo>
                <a:cubicBezTo>
                  <a:pt x="2332832" y="860028"/>
                  <a:pt x="2296319" y="860822"/>
                  <a:pt x="2246710" y="860822"/>
                </a:cubicBezTo>
                <a:cubicBezTo>
                  <a:pt x="2189957" y="860822"/>
                  <a:pt x="2155825" y="859631"/>
                  <a:pt x="2144316" y="857250"/>
                </a:cubicBezTo>
                <a:cubicBezTo>
                  <a:pt x="2132807" y="854869"/>
                  <a:pt x="2127052" y="848717"/>
                  <a:pt x="2127052" y="838796"/>
                </a:cubicBezTo>
                <a:cubicBezTo>
                  <a:pt x="2127052" y="795139"/>
                  <a:pt x="2129136" y="729258"/>
                  <a:pt x="2133303" y="641152"/>
                </a:cubicBezTo>
                <a:cubicBezTo>
                  <a:pt x="2137470" y="553045"/>
                  <a:pt x="2139553" y="486966"/>
                  <a:pt x="2139553" y="442913"/>
                </a:cubicBezTo>
                <a:cubicBezTo>
                  <a:pt x="2139553" y="275035"/>
                  <a:pt x="2135783" y="144066"/>
                  <a:pt x="2128243" y="50006"/>
                </a:cubicBezTo>
                <a:lnTo>
                  <a:pt x="2127647" y="41672"/>
                </a:lnTo>
                <a:cubicBezTo>
                  <a:pt x="2127250" y="34925"/>
                  <a:pt x="2133501" y="30361"/>
                  <a:pt x="2146400" y="27980"/>
                </a:cubicBezTo>
                <a:cubicBezTo>
                  <a:pt x="2159298" y="25599"/>
                  <a:pt x="2219921" y="23217"/>
                  <a:pt x="2328268" y="20836"/>
                </a:cubicBezTo>
                <a:cubicBezTo>
                  <a:pt x="2401689" y="19249"/>
                  <a:pt x="2460228" y="18455"/>
                  <a:pt x="2503885" y="18455"/>
                </a:cubicBezTo>
                <a:close/>
                <a:moveTo>
                  <a:pt x="424458" y="0"/>
                </a:moveTo>
                <a:cubicBezTo>
                  <a:pt x="546299" y="0"/>
                  <a:pt x="647899" y="43259"/>
                  <a:pt x="729258" y="129778"/>
                </a:cubicBezTo>
                <a:cubicBezTo>
                  <a:pt x="809030" y="214313"/>
                  <a:pt x="848916" y="317897"/>
                  <a:pt x="848916" y="440531"/>
                </a:cubicBezTo>
                <a:cubicBezTo>
                  <a:pt x="848916" y="546100"/>
                  <a:pt x="820143" y="636985"/>
                  <a:pt x="762596" y="713185"/>
                </a:cubicBezTo>
                <a:cubicBezTo>
                  <a:pt x="703858" y="791369"/>
                  <a:pt x="623689" y="841375"/>
                  <a:pt x="522090" y="863203"/>
                </a:cubicBezTo>
                <a:cubicBezTo>
                  <a:pt x="541933" y="903685"/>
                  <a:pt x="571500" y="940792"/>
                  <a:pt x="610791" y="974527"/>
                </a:cubicBezTo>
                <a:cubicBezTo>
                  <a:pt x="614363" y="977305"/>
                  <a:pt x="616149" y="979885"/>
                  <a:pt x="616149" y="982266"/>
                </a:cubicBezTo>
                <a:cubicBezTo>
                  <a:pt x="616149" y="998141"/>
                  <a:pt x="567333" y="1006078"/>
                  <a:pt x="469702" y="1006078"/>
                </a:cubicBezTo>
                <a:cubicBezTo>
                  <a:pt x="397868" y="1006078"/>
                  <a:pt x="353616" y="1003300"/>
                  <a:pt x="336947" y="997744"/>
                </a:cubicBezTo>
                <a:cubicBezTo>
                  <a:pt x="327819" y="994569"/>
                  <a:pt x="322064" y="987227"/>
                  <a:pt x="319683" y="975717"/>
                </a:cubicBezTo>
                <a:cubicBezTo>
                  <a:pt x="314921" y="952699"/>
                  <a:pt x="313333" y="914400"/>
                  <a:pt x="314921" y="860822"/>
                </a:cubicBezTo>
                <a:cubicBezTo>
                  <a:pt x="217686" y="836613"/>
                  <a:pt x="140494" y="785416"/>
                  <a:pt x="83344" y="707231"/>
                </a:cubicBezTo>
                <a:cubicBezTo>
                  <a:pt x="27782" y="631428"/>
                  <a:pt x="0" y="542528"/>
                  <a:pt x="0" y="440531"/>
                </a:cubicBezTo>
                <a:cubicBezTo>
                  <a:pt x="0" y="317103"/>
                  <a:pt x="39688" y="213320"/>
                  <a:pt x="119063" y="129183"/>
                </a:cubicBezTo>
                <a:cubicBezTo>
                  <a:pt x="200025" y="43061"/>
                  <a:pt x="301824" y="0"/>
                  <a:pt x="42445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4572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pic>
        <p:nvPicPr>
          <p:cNvPr id="37" name="Grafik 36">
            <a:extLst>
              <a:ext uri="{FF2B5EF4-FFF2-40B4-BE49-F238E27FC236}">
                <a16:creationId xmlns:a16="http://schemas.microsoft.com/office/drawing/2014/main" id="{2283F98C-51C5-1C15-04DC-1BA8A4C902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8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4419600" y="3279861"/>
            <a:ext cx="3352800" cy="1072896"/>
          </a:xfrm>
          <a:prstGeom prst="rect">
            <a:avLst/>
          </a:prstGeom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5342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08A7C-DAC0-3394-8FD1-B3F6D7F9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C66885C4-9331-F33F-3C7E-0FD79778DA6A}"/>
              </a:ext>
            </a:extLst>
          </p:cNvPr>
          <p:cNvGrpSpPr/>
          <p:nvPr/>
        </p:nvGrpSpPr>
        <p:grpSpPr>
          <a:xfrm>
            <a:off x="5256530" y="3172196"/>
            <a:ext cx="1678940" cy="1384995"/>
            <a:chOff x="5256530" y="3660259"/>
            <a:chExt cx="1678940" cy="1384995"/>
          </a:xfrm>
        </p:grpSpPr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38851EE8-12D4-5BF2-2972-F02D530F8BB2}"/>
                </a:ext>
              </a:extLst>
            </p:cNvPr>
            <p:cNvSpPr txBox="1"/>
            <p:nvPr/>
          </p:nvSpPr>
          <p:spPr>
            <a:xfrm>
              <a:off x="5256530" y="3660259"/>
              <a:ext cx="16789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dirty="0">
                  <a:solidFill>
                    <a:schemeClr val="bg1">
                      <a:lumMod val="95000"/>
                    </a:schemeClr>
                  </a:solidFill>
                  <a:latin typeface="Abadi" panose="020B0604020104020204" pitchFamily="34" charset="0"/>
                </a:rPr>
                <a:t>Start Game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581EB339-DE8D-A85F-FA2B-1B5C1B9B1B10}"/>
                </a:ext>
              </a:extLst>
            </p:cNvPr>
            <p:cNvSpPr txBox="1"/>
            <p:nvPr/>
          </p:nvSpPr>
          <p:spPr>
            <a:xfrm>
              <a:off x="5256530" y="4121924"/>
              <a:ext cx="16789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dirty="0">
                  <a:solidFill>
                    <a:schemeClr val="bg1">
                      <a:lumMod val="95000"/>
                    </a:schemeClr>
                  </a:solidFill>
                  <a:latin typeface="Abadi" panose="020B0604020104020204" pitchFamily="34" charset="0"/>
                </a:rPr>
                <a:t>Settings</a:t>
              </a: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57BE9288-A59A-CBE1-BEDF-6C271CA65644}"/>
                </a:ext>
              </a:extLst>
            </p:cNvPr>
            <p:cNvSpPr txBox="1"/>
            <p:nvPr/>
          </p:nvSpPr>
          <p:spPr>
            <a:xfrm>
              <a:off x="5256530" y="4583589"/>
              <a:ext cx="16789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dirty="0" err="1">
                  <a:solidFill>
                    <a:schemeClr val="bg1">
                      <a:lumMod val="95000"/>
                    </a:schemeClr>
                  </a:solidFill>
                  <a:latin typeface="Abadi" panose="020B0604020104020204" pitchFamily="34" charset="0"/>
                </a:rPr>
                <a:t>Quit</a:t>
              </a:r>
              <a:endParaRPr lang="de-DE" sz="2400" dirty="0">
                <a:solidFill>
                  <a:schemeClr val="bg1">
                    <a:lumMod val="95000"/>
                  </a:schemeClr>
                </a:solidFill>
                <a:latin typeface="Abadi" panose="020B0604020104020204" pitchFamily="34" charset="0"/>
              </a:endParaRPr>
            </a:p>
          </p:txBody>
        </p:sp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FC80B731-22F8-AB4F-2B22-E40DCC0758BB}"/>
              </a:ext>
            </a:extLst>
          </p:cNvPr>
          <p:cNvSpPr txBox="1"/>
          <p:nvPr/>
        </p:nvSpPr>
        <p:spPr>
          <a:xfrm>
            <a:off x="106680" y="83820"/>
            <a:ext cx="533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i="1" dirty="0" err="1">
                <a:solidFill>
                  <a:schemeClr val="bg2">
                    <a:lumMod val="25000"/>
                  </a:schemeClr>
                </a:solidFill>
                <a:latin typeface="Aptos Mono" panose="020B0009020202020204" pitchFamily="49" charset="0"/>
                <a:cs typeface="Aldhabi" panose="020F0502020204030204" pitchFamily="2" charset="-78"/>
              </a:rPr>
              <a:t>DevBuild</a:t>
            </a:r>
            <a:r>
              <a:rPr lang="de-DE" sz="1400" i="1" dirty="0">
                <a:solidFill>
                  <a:schemeClr val="bg2">
                    <a:lumMod val="25000"/>
                  </a:schemeClr>
                </a:solidFill>
                <a:latin typeface="Aptos Mono" panose="020B0009020202020204" pitchFamily="49" charset="0"/>
                <a:cs typeface="Aldhabi" panose="020F0502020204030204" pitchFamily="2" charset="-78"/>
              </a:rPr>
              <a:t>: … Design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369B7C6-5ECB-FBB1-1DA3-8A14B6783DA8}"/>
              </a:ext>
            </a:extLst>
          </p:cNvPr>
          <p:cNvSpPr txBox="1"/>
          <p:nvPr/>
        </p:nvSpPr>
        <p:spPr>
          <a:xfrm>
            <a:off x="6553200" y="83820"/>
            <a:ext cx="5532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400" i="1" dirty="0" err="1">
                <a:solidFill>
                  <a:schemeClr val="bg2">
                    <a:lumMod val="25000"/>
                  </a:schemeClr>
                </a:solidFill>
                <a:latin typeface="Aptos Mono" panose="020B0009020202020204" pitchFamily="49" charset="0"/>
                <a:cs typeface="Aldhabi" panose="020F0502020204030204" pitchFamily="2" charset="-78"/>
              </a:rPr>
              <a:t>Authors</a:t>
            </a:r>
            <a:endParaRPr lang="de-DE" sz="1400" i="1" dirty="0">
              <a:solidFill>
                <a:schemeClr val="bg2">
                  <a:lumMod val="25000"/>
                </a:schemeClr>
              </a:solidFill>
              <a:latin typeface="Aptos Mono" panose="020B0009020202020204" pitchFamily="49" charset="0"/>
              <a:cs typeface="Aldhabi" panose="020F0502020204030204" pitchFamily="2" charset="-78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27D6A4B-5D09-9699-9D0E-5A03BE84B355}"/>
              </a:ext>
            </a:extLst>
          </p:cNvPr>
          <p:cNvSpPr/>
          <p:nvPr/>
        </p:nvSpPr>
        <p:spPr>
          <a:xfrm>
            <a:off x="2747962" y="1275462"/>
            <a:ext cx="6696075" cy="21383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A39DA28-784B-4E3F-C677-2B7069FA1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323" y="1252420"/>
            <a:ext cx="8155998" cy="2405180"/>
          </a:xfrm>
          <a:prstGeom prst="rect">
            <a:avLst/>
          </a:prstGeom>
        </p:spPr>
      </p:pic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4A61F4D9-F5BE-57D2-024C-EFAB5CD576F2}"/>
              </a:ext>
            </a:extLst>
          </p:cNvPr>
          <p:cNvSpPr/>
          <p:nvPr/>
        </p:nvSpPr>
        <p:spPr>
          <a:xfrm>
            <a:off x="3368040" y="1800223"/>
            <a:ext cx="5455920" cy="1219140"/>
          </a:xfrm>
          <a:custGeom>
            <a:avLst/>
            <a:gdLst/>
            <a:ahLst/>
            <a:cxnLst/>
            <a:rect l="l" t="t" r="r" b="b"/>
            <a:pathLst>
              <a:path w="4984552" h="1006078">
                <a:moveTo>
                  <a:pt x="1761530" y="838796"/>
                </a:moveTo>
                <a:lnTo>
                  <a:pt x="1761627" y="839065"/>
                </a:lnTo>
                <a:lnTo>
                  <a:pt x="1761614" y="839242"/>
                </a:lnTo>
                <a:cubicBezTo>
                  <a:pt x="1761558" y="839738"/>
                  <a:pt x="1761530" y="839589"/>
                  <a:pt x="1761530" y="838796"/>
                </a:cubicBezTo>
                <a:close/>
                <a:moveTo>
                  <a:pt x="4948666" y="338017"/>
                </a:moveTo>
                <a:cubicBezTo>
                  <a:pt x="4948777" y="337849"/>
                  <a:pt x="4948833" y="338287"/>
                  <a:pt x="4948833" y="339328"/>
                </a:cubicBezTo>
                <a:lnTo>
                  <a:pt x="4948555" y="338528"/>
                </a:lnTo>
                <a:close/>
                <a:moveTo>
                  <a:pt x="424458" y="222052"/>
                </a:moveTo>
                <a:cubicBezTo>
                  <a:pt x="362546" y="222052"/>
                  <a:pt x="313532" y="243284"/>
                  <a:pt x="277416" y="285750"/>
                </a:cubicBezTo>
                <a:cubicBezTo>
                  <a:pt x="242888" y="325835"/>
                  <a:pt x="225624" y="377428"/>
                  <a:pt x="225624" y="440531"/>
                </a:cubicBezTo>
                <a:cubicBezTo>
                  <a:pt x="225624" y="504825"/>
                  <a:pt x="242491" y="556419"/>
                  <a:pt x="276225" y="595313"/>
                </a:cubicBezTo>
                <a:cubicBezTo>
                  <a:pt x="311547" y="636588"/>
                  <a:pt x="360958" y="657225"/>
                  <a:pt x="424458" y="657225"/>
                </a:cubicBezTo>
                <a:cubicBezTo>
                  <a:pt x="485974" y="657225"/>
                  <a:pt x="534988" y="635992"/>
                  <a:pt x="571500" y="593527"/>
                </a:cubicBezTo>
                <a:cubicBezTo>
                  <a:pt x="606029" y="553045"/>
                  <a:pt x="623293" y="501650"/>
                  <a:pt x="623293" y="439341"/>
                </a:cubicBezTo>
                <a:cubicBezTo>
                  <a:pt x="623293" y="378222"/>
                  <a:pt x="605632" y="327224"/>
                  <a:pt x="570310" y="286345"/>
                </a:cubicBezTo>
                <a:cubicBezTo>
                  <a:pt x="533004" y="243483"/>
                  <a:pt x="484386" y="222052"/>
                  <a:pt x="424458" y="222052"/>
                </a:cubicBezTo>
                <a:close/>
                <a:moveTo>
                  <a:pt x="2423517" y="195263"/>
                </a:moveTo>
                <a:cubicBezTo>
                  <a:pt x="2385814" y="195263"/>
                  <a:pt x="2365772" y="201017"/>
                  <a:pt x="2363391" y="212527"/>
                </a:cubicBezTo>
                <a:cubicBezTo>
                  <a:pt x="2361010" y="226020"/>
                  <a:pt x="2359819" y="264914"/>
                  <a:pt x="2359819" y="329208"/>
                </a:cubicBezTo>
                <a:cubicBezTo>
                  <a:pt x="2359819" y="338336"/>
                  <a:pt x="2360018" y="351830"/>
                  <a:pt x="2360414" y="369689"/>
                </a:cubicBezTo>
                <a:cubicBezTo>
                  <a:pt x="2360811" y="387549"/>
                  <a:pt x="2361010" y="400844"/>
                  <a:pt x="2361010" y="409575"/>
                </a:cubicBezTo>
                <a:cubicBezTo>
                  <a:pt x="2361010" y="411560"/>
                  <a:pt x="2367360" y="413544"/>
                  <a:pt x="2380060" y="415528"/>
                </a:cubicBezTo>
                <a:cubicBezTo>
                  <a:pt x="2404269" y="419100"/>
                  <a:pt x="2429669" y="420886"/>
                  <a:pt x="2456260" y="420886"/>
                </a:cubicBezTo>
                <a:cubicBezTo>
                  <a:pt x="2543175" y="420886"/>
                  <a:pt x="2586633" y="386358"/>
                  <a:pt x="2586633" y="317302"/>
                </a:cubicBezTo>
                <a:cubicBezTo>
                  <a:pt x="2586633" y="268883"/>
                  <a:pt x="2570758" y="235347"/>
                  <a:pt x="2539008" y="216694"/>
                </a:cubicBezTo>
                <a:cubicBezTo>
                  <a:pt x="2514402" y="202406"/>
                  <a:pt x="2475905" y="195263"/>
                  <a:pt x="2423517" y="195263"/>
                </a:cubicBezTo>
                <a:close/>
                <a:moveTo>
                  <a:pt x="3952875" y="22622"/>
                </a:moveTo>
                <a:cubicBezTo>
                  <a:pt x="3958828" y="22622"/>
                  <a:pt x="3961606" y="26392"/>
                  <a:pt x="3961210" y="33933"/>
                </a:cubicBezTo>
                <a:lnTo>
                  <a:pt x="3960614" y="41672"/>
                </a:lnTo>
                <a:cubicBezTo>
                  <a:pt x="3955852" y="116284"/>
                  <a:pt x="3950494" y="228402"/>
                  <a:pt x="3944541" y="378024"/>
                </a:cubicBezTo>
                <a:lnTo>
                  <a:pt x="3943946" y="535186"/>
                </a:lnTo>
                <a:cubicBezTo>
                  <a:pt x="3943946" y="585986"/>
                  <a:pt x="3944144" y="623094"/>
                  <a:pt x="3944541" y="646510"/>
                </a:cubicBezTo>
                <a:cubicBezTo>
                  <a:pt x="3944938" y="651272"/>
                  <a:pt x="3945335" y="656035"/>
                  <a:pt x="3945731" y="660797"/>
                </a:cubicBezTo>
                <a:cubicBezTo>
                  <a:pt x="3946128" y="665560"/>
                  <a:pt x="3949105" y="668536"/>
                  <a:pt x="3954661" y="669727"/>
                </a:cubicBezTo>
                <a:cubicBezTo>
                  <a:pt x="3955058" y="669727"/>
                  <a:pt x="3960218" y="669727"/>
                  <a:pt x="3970139" y="669727"/>
                </a:cubicBezTo>
                <a:cubicBezTo>
                  <a:pt x="4005858" y="669727"/>
                  <a:pt x="4059337" y="667842"/>
                  <a:pt x="4130576" y="664071"/>
                </a:cubicBezTo>
                <a:cubicBezTo>
                  <a:pt x="4201815" y="660301"/>
                  <a:pt x="4255294" y="658416"/>
                  <a:pt x="4291013" y="658416"/>
                </a:cubicBezTo>
                <a:cubicBezTo>
                  <a:pt x="4301728" y="658416"/>
                  <a:pt x="4307086" y="662980"/>
                  <a:pt x="4307086" y="672108"/>
                </a:cubicBezTo>
                <a:cubicBezTo>
                  <a:pt x="4307086" y="739974"/>
                  <a:pt x="4302125" y="798513"/>
                  <a:pt x="4292203" y="847725"/>
                </a:cubicBezTo>
                <a:cubicBezTo>
                  <a:pt x="4290219" y="858044"/>
                  <a:pt x="4286052" y="864195"/>
                  <a:pt x="4279702" y="866180"/>
                </a:cubicBezTo>
                <a:cubicBezTo>
                  <a:pt x="4277717" y="866974"/>
                  <a:pt x="4269582" y="867371"/>
                  <a:pt x="4255294" y="867371"/>
                </a:cubicBezTo>
                <a:cubicBezTo>
                  <a:pt x="4221163" y="867371"/>
                  <a:pt x="4176713" y="866577"/>
                  <a:pt x="4121944" y="864989"/>
                </a:cubicBezTo>
                <a:cubicBezTo>
                  <a:pt x="4050507" y="863402"/>
                  <a:pt x="4006057" y="862409"/>
                  <a:pt x="3988594" y="862013"/>
                </a:cubicBezTo>
                <a:lnTo>
                  <a:pt x="3810596" y="859631"/>
                </a:lnTo>
                <a:cubicBezTo>
                  <a:pt x="3792736" y="860028"/>
                  <a:pt x="3767138" y="859235"/>
                  <a:pt x="3733800" y="857250"/>
                </a:cubicBezTo>
                <a:cubicBezTo>
                  <a:pt x="3722291" y="855266"/>
                  <a:pt x="3716536" y="849114"/>
                  <a:pt x="3716536" y="838796"/>
                </a:cubicBezTo>
                <a:cubicBezTo>
                  <a:pt x="3716536" y="795536"/>
                  <a:pt x="3717231" y="730746"/>
                  <a:pt x="3718620" y="644426"/>
                </a:cubicBezTo>
                <a:cubicBezTo>
                  <a:pt x="3720009" y="558106"/>
                  <a:pt x="3720703" y="493316"/>
                  <a:pt x="3720703" y="450056"/>
                </a:cubicBezTo>
                <a:cubicBezTo>
                  <a:pt x="3720703" y="404019"/>
                  <a:pt x="3719314" y="335062"/>
                  <a:pt x="3716536" y="243185"/>
                </a:cubicBezTo>
                <a:cubicBezTo>
                  <a:pt x="3713758" y="151309"/>
                  <a:pt x="3712369" y="82352"/>
                  <a:pt x="3712369" y="36314"/>
                </a:cubicBezTo>
                <a:cubicBezTo>
                  <a:pt x="3712369" y="27583"/>
                  <a:pt x="3718322" y="23217"/>
                  <a:pt x="3730228" y="23217"/>
                </a:cubicBezTo>
                <a:cubicBezTo>
                  <a:pt x="3742135" y="23217"/>
                  <a:pt x="3759895" y="23813"/>
                  <a:pt x="3783509" y="25003"/>
                </a:cubicBezTo>
                <a:cubicBezTo>
                  <a:pt x="3807123" y="26194"/>
                  <a:pt x="3824684" y="26789"/>
                  <a:pt x="3836194" y="26789"/>
                </a:cubicBezTo>
                <a:cubicBezTo>
                  <a:pt x="3849291" y="26789"/>
                  <a:pt x="3868738" y="26095"/>
                  <a:pt x="3894535" y="24706"/>
                </a:cubicBezTo>
                <a:cubicBezTo>
                  <a:pt x="3920332" y="23316"/>
                  <a:pt x="3939778" y="22622"/>
                  <a:pt x="3952875" y="22622"/>
                </a:cubicBezTo>
                <a:close/>
                <a:moveTo>
                  <a:pt x="4388049" y="22027"/>
                </a:moveTo>
                <a:cubicBezTo>
                  <a:pt x="4417418" y="22027"/>
                  <a:pt x="4461570" y="22820"/>
                  <a:pt x="4520506" y="24408"/>
                </a:cubicBezTo>
                <a:cubicBezTo>
                  <a:pt x="4579442" y="25995"/>
                  <a:pt x="4623594" y="26789"/>
                  <a:pt x="4652963" y="26789"/>
                </a:cubicBezTo>
                <a:cubicBezTo>
                  <a:pt x="4681935" y="26789"/>
                  <a:pt x="4725591" y="25995"/>
                  <a:pt x="4783931" y="24408"/>
                </a:cubicBezTo>
                <a:cubicBezTo>
                  <a:pt x="4842273" y="22820"/>
                  <a:pt x="4885929" y="22027"/>
                  <a:pt x="4914901" y="22027"/>
                </a:cubicBezTo>
                <a:cubicBezTo>
                  <a:pt x="4935538" y="22027"/>
                  <a:pt x="4947445" y="29766"/>
                  <a:pt x="4950619" y="45244"/>
                </a:cubicBezTo>
                <a:cubicBezTo>
                  <a:pt x="4952603" y="54372"/>
                  <a:pt x="4955679" y="82054"/>
                  <a:pt x="4959847" y="128290"/>
                </a:cubicBezTo>
                <a:cubicBezTo>
                  <a:pt x="4964013" y="174526"/>
                  <a:pt x="4966097" y="202605"/>
                  <a:pt x="4966097" y="212527"/>
                </a:cubicBezTo>
                <a:cubicBezTo>
                  <a:pt x="4966097" y="220861"/>
                  <a:pt x="4962129" y="225028"/>
                  <a:pt x="4954191" y="225028"/>
                </a:cubicBezTo>
                <a:cubicBezTo>
                  <a:pt x="4951810" y="225028"/>
                  <a:pt x="4947643" y="224830"/>
                  <a:pt x="4941689" y="224433"/>
                </a:cubicBezTo>
                <a:cubicBezTo>
                  <a:pt x="4836121" y="215702"/>
                  <a:pt x="4741268" y="211336"/>
                  <a:pt x="4657130" y="211336"/>
                </a:cubicBezTo>
                <a:cubicBezTo>
                  <a:pt x="4636096" y="211336"/>
                  <a:pt x="4623197" y="216297"/>
                  <a:pt x="4618435" y="226219"/>
                </a:cubicBezTo>
                <a:cubicBezTo>
                  <a:pt x="4616450" y="230981"/>
                  <a:pt x="4615458" y="246261"/>
                  <a:pt x="4615458" y="272058"/>
                </a:cubicBezTo>
                <a:cubicBezTo>
                  <a:pt x="4615458" y="299046"/>
                  <a:pt x="4619427" y="316905"/>
                  <a:pt x="4627364" y="325636"/>
                </a:cubicBezTo>
                <a:cubicBezTo>
                  <a:pt x="4634111" y="333177"/>
                  <a:pt x="4647010" y="336947"/>
                  <a:pt x="4666060" y="336947"/>
                </a:cubicBezTo>
                <a:cubicBezTo>
                  <a:pt x="4670028" y="336947"/>
                  <a:pt x="4677767" y="336649"/>
                  <a:pt x="4689277" y="336054"/>
                </a:cubicBezTo>
                <a:cubicBezTo>
                  <a:pt x="4700786" y="335459"/>
                  <a:pt x="4710311" y="335161"/>
                  <a:pt x="4717852" y="335161"/>
                </a:cubicBezTo>
                <a:cubicBezTo>
                  <a:pt x="4767858" y="335161"/>
                  <a:pt x="4818460" y="333772"/>
                  <a:pt x="4869657" y="330994"/>
                </a:cubicBezTo>
                <a:cubicBezTo>
                  <a:pt x="4874022" y="330597"/>
                  <a:pt x="4884937" y="329605"/>
                  <a:pt x="4902399" y="328017"/>
                </a:cubicBezTo>
                <a:cubicBezTo>
                  <a:pt x="4915893" y="326430"/>
                  <a:pt x="4926609" y="325636"/>
                  <a:pt x="4934545" y="325636"/>
                </a:cubicBezTo>
                <a:cubicBezTo>
                  <a:pt x="4939308" y="325636"/>
                  <a:pt x="4942880" y="326777"/>
                  <a:pt x="4945261" y="329059"/>
                </a:cubicBezTo>
                <a:lnTo>
                  <a:pt x="4948555" y="338528"/>
                </a:lnTo>
                <a:lnTo>
                  <a:pt x="4948163" y="340333"/>
                </a:lnTo>
                <a:cubicBezTo>
                  <a:pt x="4946824" y="348593"/>
                  <a:pt x="4943475" y="378619"/>
                  <a:pt x="4938117" y="430411"/>
                </a:cubicBezTo>
                <a:cubicBezTo>
                  <a:pt x="4934943" y="462161"/>
                  <a:pt x="4933355" y="493911"/>
                  <a:pt x="4933355" y="525661"/>
                </a:cubicBezTo>
                <a:cubicBezTo>
                  <a:pt x="4933355" y="533599"/>
                  <a:pt x="4927600" y="537567"/>
                  <a:pt x="4916091" y="537567"/>
                </a:cubicBezTo>
                <a:cubicBezTo>
                  <a:pt x="4916091" y="537567"/>
                  <a:pt x="4898231" y="535583"/>
                  <a:pt x="4862513" y="531614"/>
                </a:cubicBezTo>
                <a:cubicBezTo>
                  <a:pt x="4839891" y="529233"/>
                  <a:pt x="4788297" y="528042"/>
                  <a:pt x="4707732" y="528042"/>
                </a:cubicBezTo>
                <a:lnTo>
                  <a:pt x="4644628" y="528042"/>
                </a:lnTo>
                <a:cubicBezTo>
                  <a:pt x="4628356" y="528042"/>
                  <a:pt x="4618831" y="532011"/>
                  <a:pt x="4616053" y="539949"/>
                </a:cubicBezTo>
                <a:cubicBezTo>
                  <a:pt x="4615657" y="541933"/>
                  <a:pt x="4615458" y="554236"/>
                  <a:pt x="4615458" y="576858"/>
                </a:cubicBezTo>
                <a:cubicBezTo>
                  <a:pt x="4615458" y="607020"/>
                  <a:pt x="4617443" y="626467"/>
                  <a:pt x="4621411" y="635199"/>
                </a:cubicBezTo>
                <a:cubicBezTo>
                  <a:pt x="4628158" y="650280"/>
                  <a:pt x="4653558" y="659210"/>
                  <a:pt x="4697612" y="661988"/>
                </a:cubicBezTo>
                <a:cubicBezTo>
                  <a:pt x="4696817" y="661988"/>
                  <a:pt x="4725789" y="661988"/>
                  <a:pt x="4784527" y="661988"/>
                </a:cubicBezTo>
                <a:cubicBezTo>
                  <a:pt x="4805561" y="661988"/>
                  <a:pt x="4836815" y="660103"/>
                  <a:pt x="4878289" y="656332"/>
                </a:cubicBezTo>
                <a:cubicBezTo>
                  <a:pt x="4919763" y="652562"/>
                  <a:pt x="4950817" y="650677"/>
                  <a:pt x="4971455" y="650677"/>
                </a:cubicBezTo>
                <a:cubicBezTo>
                  <a:pt x="4980187" y="650677"/>
                  <a:pt x="4984552" y="657820"/>
                  <a:pt x="4984552" y="672108"/>
                </a:cubicBezTo>
                <a:cubicBezTo>
                  <a:pt x="4984552" y="689174"/>
                  <a:pt x="4981179" y="720527"/>
                  <a:pt x="4974431" y="766167"/>
                </a:cubicBezTo>
                <a:cubicBezTo>
                  <a:pt x="4967288" y="815777"/>
                  <a:pt x="4960937" y="845344"/>
                  <a:pt x="4955381" y="854869"/>
                </a:cubicBezTo>
                <a:cubicBezTo>
                  <a:pt x="4950619" y="862409"/>
                  <a:pt x="4944071" y="866180"/>
                  <a:pt x="4935737" y="866180"/>
                </a:cubicBezTo>
                <a:cubicBezTo>
                  <a:pt x="4932165" y="866180"/>
                  <a:pt x="4926211" y="865585"/>
                  <a:pt x="4917877" y="864394"/>
                </a:cubicBezTo>
                <a:cubicBezTo>
                  <a:pt x="4888905" y="860425"/>
                  <a:pt x="4804371" y="858441"/>
                  <a:pt x="4664274" y="858441"/>
                </a:cubicBezTo>
                <a:cubicBezTo>
                  <a:pt x="4633714" y="858441"/>
                  <a:pt x="4588272" y="858242"/>
                  <a:pt x="4527947" y="857846"/>
                </a:cubicBezTo>
                <a:cubicBezTo>
                  <a:pt x="4467622" y="857449"/>
                  <a:pt x="4422378" y="857250"/>
                  <a:pt x="4392216" y="857250"/>
                </a:cubicBezTo>
                <a:cubicBezTo>
                  <a:pt x="4379119" y="857250"/>
                  <a:pt x="4372571" y="851495"/>
                  <a:pt x="4372571" y="839986"/>
                </a:cubicBezTo>
                <a:cubicBezTo>
                  <a:pt x="4372571" y="795536"/>
                  <a:pt x="4375051" y="728762"/>
                  <a:pt x="4380012" y="639663"/>
                </a:cubicBezTo>
                <a:cubicBezTo>
                  <a:pt x="4384973" y="550565"/>
                  <a:pt x="4387453" y="483791"/>
                  <a:pt x="4387453" y="439341"/>
                </a:cubicBezTo>
                <a:cubicBezTo>
                  <a:pt x="4387453" y="394097"/>
                  <a:pt x="4385072" y="309761"/>
                  <a:pt x="4380310" y="186333"/>
                </a:cubicBezTo>
                <a:cubicBezTo>
                  <a:pt x="4379119" y="154583"/>
                  <a:pt x="4376936" y="107156"/>
                  <a:pt x="4373761" y="44053"/>
                </a:cubicBezTo>
                <a:lnTo>
                  <a:pt x="4373166" y="35719"/>
                </a:lnTo>
                <a:cubicBezTo>
                  <a:pt x="4372372" y="26591"/>
                  <a:pt x="4377333" y="22027"/>
                  <a:pt x="4388049" y="22027"/>
                </a:cubicBezTo>
                <a:close/>
                <a:moveTo>
                  <a:pt x="2921199" y="22027"/>
                </a:moveTo>
                <a:cubicBezTo>
                  <a:pt x="2933502" y="22027"/>
                  <a:pt x="2952056" y="22622"/>
                  <a:pt x="2976860" y="23813"/>
                </a:cubicBezTo>
                <a:cubicBezTo>
                  <a:pt x="3001665" y="25003"/>
                  <a:pt x="3020219" y="25599"/>
                  <a:pt x="3032522" y="25599"/>
                </a:cubicBezTo>
                <a:cubicBezTo>
                  <a:pt x="3045222" y="25599"/>
                  <a:pt x="3064074" y="25003"/>
                  <a:pt x="3089077" y="23813"/>
                </a:cubicBezTo>
                <a:cubicBezTo>
                  <a:pt x="3114080" y="22622"/>
                  <a:pt x="3132733" y="22027"/>
                  <a:pt x="3145036" y="22027"/>
                </a:cubicBezTo>
                <a:cubicBezTo>
                  <a:pt x="3151783" y="22027"/>
                  <a:pt x="3155156" y="25599"/>
                  <a:pt x="3155156" y="32742"/>
                </a:cubicBezTo>
                <a:cubicBezTo>
                  <a:pt x="3155156" y="62111"/>
                  <a:pt x="3153668" y="106462"/>
                  <a:pt x="3150692" y="165795"/>
                </a:cubicBezTo>
                <a:cubicBezTo>
                  <a:pt x="3147715" y="225127"/>
                  <a:pt x="3146227" y="269478"/>
                  <a:pt x="3146227" y="298847"/>
                </a:cubicBezTo>
                <a:cubicBezTo>
                  <a:pt x="3146227" y="332978"/>
                  <a:pt x="3155553" y="350044"/>
                  <a:pt x="3174206" y="350044"/>
                </a:cubicBezTo>
                <a:cubicBezTo>
                  <a:pt x="3221435" y="350044"/>
                  <a:pt x="3258146" y="337145"/>
                  <a:pt x="3284339" y="311349"/>
                </a:cubicBezTo>
                <a:cubicBezTo>
                  <a:pt x="3303786" y="292299"/>
                  <a:pt x="3323431" y="257572"/>
                  <a:pt x="3343275" y="207169"/>
                </a:cubicBezTo>
                <a:cubicBezTo>
                  <a:pt x="3355975" y="168672"/>
                  <a:pt x="3376811" y="111919"/>
                  <a:pt x="3405783" y="36909"/>
                </a:cubicBezTo>
                <a:cubicBezTo>
                  <a:pt x="3410149" y="26988"/>
                  <a:pt x="3419078" y="22027"/>
                  <a:pt x="3432572" y="22027"/>
                </a:cubicBezTo>
                <a:cubicBezTo>
                  <a:pt x="3442891" y="22027"/>
                  <a:pt x="3458468" y="22622"/>
                  <a:pt x="3479304" y="23813"/>
                </a:cubicBezTo>
                <a:cubicBezTo>
                  <a:pt x="3500140" y="25003"/>
                  <a:pt x="3515717" y="25599"/>
                  <a:pt x="3526036" y="25599"/>
                </a:cubicBezTo>
                <a:cubicBezTo>
                  <a:pt x="3536752" y="25599"/>
                  <a:pt x="3552726" y="25202"/>
                  <a:pt x="3573959" y="24408"/>
                </a:cubicBezTo>
                <a:cubicBezTo>
                  <a:pt x="3595192" y="23614"/>
                  <a:pt x="3610967" y="23217"/>
                  <a:pt x="3621286" y="23217"/>
                </a:cubicBezTo>
                <a:cubicBezTo>
                  <a:pt x="3630811" y="23217"/>
                  <a:pt x="3635574" y="27781"/>
                  <a:pt x="3635574" y="36909"/>
                </a:cubicBezTo>
                <a:cubicBezTo>
                  <a:pt x="3635574" y="50006"/>
                  <a:pt x="3627239" y="81955"/>
                  <a:pt x="3610571" y="132755"/>
                </a:cubicBezTo>
                <a:cubicBezTo>
                  <a:pt x="3561358" y="282774"/>
                  <a:pt x="3504803" y="376436"/>
                  <a:pt x="3440906" y="413742"/>
                </a:cubicBezTo>
                <a:cubicBezTo>
                  <a:pt x="3427810" y="421283"/>
                  <a:pt x="3421261" y="427435"/>
                  <a:pt x="3421261" y="432197"/>
                </a:cubicBezTo>
                <a:cubicBezTo>
                  <a:pt x="3421261" y="431800"/>
                  <a:pt x="3457873" y="491331"/>
                  <a:pt x="3531096" y="610791"/>
                </a:cubicBezTo>
                <a:cubicBezTo>
                  <a:pt x="3604320" y="730250"/>
                  <a:pt x="3640931" y="801291"/>
                  <a:pt x="3640931" y="823913"/>
                </a:cubicBezTo>
                <a:cubicBezTo>
                  <a:pt x="3640931" y="840978"/>
                  <a:pt x="3633589" y="852091"/>
                  <a:pt x="3618905" y="857250"/>
                </a:cubicBezTo>
                <a:cubicBezTo>
                  <a:pt x="3606999" y="861219"/>
                  <a:pt x="3575646" y="863203"/>
                  <a:pt x="3524846" y="863203"/>
                </a:cubicBezTo>
                <a:cubicBezTo>
                  <a:pt x="3476030" y="863203"/>
                  <a:pt x="3440311" y="861219"/>
                  <a:pt x="3417689" y="857250"/>
                </a:cubicBezTo>
                <a:cubicBezTo>
                  <a:pt x="3406974" y="855266"/>
                  <a:pt x="3399929" y="853182"/>
                  <a:pt x="3396556" y="850999"/>
                </a:cubicBezTo>
                <a:cubicBezTo>
                  <a:pt x="3393182" y="848817"/>
                  <a:pt x="3388916" y="843161"/>
                  <a:pt x="3383756" y="834033"/>
                </a:cubicBezTo>
                <a:cubicBezTo>
                  <a:pt x="3354785" y="780852"/>
                  <a:pt x="3326011" y="727670"/>
                  <a:pt x="3297436" y="674489"/>
                </a:cubicBezTo>
                <a:cubicBezTo>
                  <a:pt x="3250208" y="588764"/>
                  <a:pt x="3222030" y="541536"/>
                  <a:pt x="3212902" y="532805"/>
                </a:cubicBezTo>
                <a:cubicBezTo>
                  <a:pt x="3170039" y="548283"/>
                  <a:pt x="3148608" y="559395"/>
                  <a:pt x="3148608" y="566142"/>
                </a:cubicBezTo>
                <a:cubicBezTo>
                  <a:pt x="3148608" y="595908"/>
                  <a:pt x="3149799" y="640854"/>
                  <a:pt x="3152180" y="700981"/>
                </a:cubicBezTo>
                <a:cubicBezTo>
                  <a:pt x="3154561" y="761107"/>
                  <a:pt x="3155752" y="806252"/>
                  <a:pt x="3155752" y="836414"/>
                </a:cubicBezTo>
                <a:cubicBezTo>
                  <a:pt x="3155752" y="848717"/>
                  <a:pt x="3150394" y="855663"/>
                  <a:pt x="3139678" y="857250"/>
                </a:cubicBezTo>
                <a:cubicBezTo>
                  <a:pt x="3119041" y="860425"/>
                  <a:pt x="3081734" y="862013"/>
                  <a:pt x="3027760" y="862013"/>
                </a:cubicBezTo>
                <a:cubicBezTo>
                  <a:pt x="2976166" y="862013"/>
                  <a:pt x="2942035" y="860425"/>
                  <a:pt x="2925366" y="857250"/>
                </a:cubicBezTo>
                <a:cubicBezTo>
                  <a:pt x="2913856" y="854869"/>
                  <a:pt x="2908102" y="848717"/>
                  <a:pt x="2908102" y="838796"/>
                </a:cubicBezTo>
                <a:cubicBezTo>
                  <a:pt x="2908102" y="795933"/>
                  <a:pt x="2910185" y="731242"/>
                  <a:pt x="2914353" y="644724"/>
                </a:cubicBezTo>
                <a:cubicBezTo>
                  <a:pt x="2918520" y="558205"/>
                  <a:pt x="2920603" y="493316"/>
                  <a:pt x="2920603" y="450056"/>
                </a:cubicBezTo>
                <a:cubicBezTo>
                  <a:pt x="2920603" y="404019"/>
                  <a:pt x="2918619" y="334863"/>
                  <a:pt x="2914650" y="242590"/>
                </a:cubicBezTo>
                <a:cubicBezTo>
                  <a:pt x="2910682" y="150316"/>
                  <a:pt x="2908697" y="81161"/>
                  <a:pt x="2908697" y="35124"/>
                </a:cubicBezTo>
                <a:cubicBezTo>
                  <a:pt x="2908697" y="26392"/>
                  <a:pt x="2912864" y="22027"/>
                  <a:pt x="2921199" y="22027"/>
                </a:cubicBezTo>
                <a:close/>
                <a:moveTo>
                  <a:pt x="1782962" y="22027"/>
                </a:moveTo>
                <a:cubicBezTo>
                  <a:pt x="1795265" y="22027"/>
                  <a:pt x="1813818" y="22622"/>
                  <a:pt x="1838623" y="23813"/>
                </a:cubicBezTo>
                <a:cubicBezTo>
                  <a:pt x="1863428" y="25003"/>
                  <a:pt x="1881982" y="25599"/>
                  <a:pt x="1894285" y="25599"/>
                </a:cubicBezTo>
                <a:cubicBezTo>
                  <a:pt x="1906588" y="25599"/>
                  <a:pt x="1924745" y="25003"/>
                  <a:pt x="1948756" y="23813"/>
                </a:cubicBezTo>
                <a:cubicBezTo>
                  <a:pt x="1972767" y="22622"/>
                  <a:pt x="1990924" y="22027"/>
                  <a:pt x="2003227" y="22027"/>
                </a:cubicBezTo>
                <a:cubicBezTo>
                  <a:pt x="2014736" y="22027"/>
                  <a:pt x="2020491" y="26392"/>
                  <a:pt x="2020491" y="35124"/>
                </a:cubicBezTo>
                <a:cubicBezTo>
                  <a:pt x="2020491" y="77589"/>
                  <a:pt x="2018209" y="141288"/>
                  <a:pt x="2013645" y="226219"/>
                </a:cubicBezTo>
                <a:cubicBezTo>
                  <a:pt x="2009081" y="311150"/>
                  <a:pt x="2006799" y="374849"/>
                  <a:pt x="2006799" y="417314"/>
                </a:cubicBezTo>
                <a:cubicBezTo>
                  <a:pt x="2006799" y="464145"/>
                  <a:pt x="2007990" y="534591"/>
                  <a:pt x="2010371" y="628650"/>
                </a:cubicBezTo>
                <a:cubicBezTo>
                  <a:pt x="2012752" y="722710"/>
                  <a:pt x="2013943" y="793155"/>
                  <a:pt x="2013943" y="839986"/>
                </a:cubicBezTo>
                <a:cubicBezTo>
                  <a:pt x="2013943" y="847924"/>
                  <a:pt x="2012157" y="852884"/>
                  <a:pt x="2008585" y="854869"/>
                </a:cubicBezTo>
                <a:cubicBezTo>
                  <a:pt x="2007791" y="855266"/>
                  <a:pt x="2002632" y="856060"/>
                  <a:pt x="1993107" y="857250"/>
                </a:cubicBezTo>
                <a:cubicBezTo>
                  <a:pt x="1967310" y="860425"/>
                  <a:pt x="1932782" y="862013"/>
                  <a:pt x="1889522" y="862013"/>
                </a:cubicBezTo>
                <a:cubicBezTo>
                  <a:pt x="1831579" y="862013"/>
                  <a:pt x="1794669" y="860425"/>
                  <a:pt x="1778794" y="857250"/>
                </a:cubicBezTo>
                <a:cubicBezTo>
                  <a:pt x="1773040" y="856060"/>
                  <a:pt x="1768724" y="853926"/>
                  <a:pt x="1765846" y="850851"/>
                </a:cubicBezTo>
                <a:lnTo>
                  <a:pt x="1761627" y="839065"/>
                </a:lnTo>
                <a:lnTo>
                  <a:pt x="1761865" y="835819"/>
                </a:lnTo>
                <a:cubicBezTo>
                  <a:pt x="1762535" y="825103"/>
                  <a:pt x="1764209" y="791171"/>
                  <a:pt x="1766888" y="734021"/>
                </a:cubicBezTo>
                <a:cubicBezTo>
                  <a:pt x="1774032" y="573286"/>
                  <a:pt x="1777604" y="467717"/>
                  <a:pt x="1777604" y="417314"/>
                </a:cubicBezTo>
                <a:cubicBezTo>
                  <a:pt x="1777604" y="374849"/>
                  <a:pt x="1776215" y="311150"/>
                  <a:pt x="1773436" y="226219"/>
                </a:cubicBezTo>
                <a:cubicBezTo>
                  <a:pt x="1770658" y="141288"/>
                  <a:pt x="1769269" y="77589"/>
                  <a:pt x="1769269" y="35124"/>
                </a:cubicBezTo>
                <a:cubicBezTo>
                  <a:pt x="1769269" y="26392"/>
                  <a:pt x="1773833" y="22027"/>
                  <a:pt x="1782962" y="22027"/>
                </a:cubicBezTo>
                <a:close/>
                <a:moveTo>
                  <a:pt x="945952" y="22027"/>
                </a:moveTo>
                <a:cubicBezTo>
                  <a:pt x="970161" y="22027"/>
                  <a:pt x="1006773" y="23019"/>
                  <a:pt x="1055787" y="25003"/>
                </a:cubicBezTo>
                <a:cubicBezTo>
                  <a:pt x="1104801" y="26988"/>
                  <a:pt x="1141413" y="27980"/>
                  <a:pt x="1165622" y="27980"/>
                </a:cubicBezTo>
                <a:cubicBezTo>
                  <a:pt x="1175544" y="27980"/>
                  <a:pt x="1180505" y="32345"/>
                  <a:pt x="1180505" y="41077"/>
                </a:cubicBezTo>
                <a:cubicBezTo>
                  <a:pt x="1180505" y="93464"/>
                  <a:pt x="1178818" y="171946"/>
                  <a:pt x="1175445" y="276523"/>
                </a:cubicBezTo>
                <a:cubicBezTo>
                  <a:pt x="1172072" y="381099"/>
                  <a:pt x="1170385" y="459581"/>
                  <a:pt x="1170385" y="511969"/>
                </a:cubicBezTo>
                <a:cubicBezTo>
                  <a:pt x="1170385" y="574278"/>
                  <a:pt x="1176933" y="616347"/>
                  <a:pt x="1190030" y="638175"/>
                </a:cubicBezTo>
                <a:cubicBezTo>
                  <a:pt x="1207493" y="667941"/>
                  <a:pt x="1244005" y="682824"/>
                  <a:pt x="1299568" y="682824"/>
                </a:cubicBezTo>
                <a:cubicBezTo>
                  <a:pt x="1380927" y="682824"/>
                  <a:pt x="1421607" y="643335"/>
                  <a:pt x="1421607" y="564356"/>
                </a:cubicBezTo>
                <a:cubicBezTo>
                  <a:pt x="1421607" y="506810"/>
                  <a:pt x="1420218" y="420489"/>
                  <a:pt x="1417439" y="305395"/>
                </a:cubicBezTo>
                <a:cubicBezTo>
                  <a:pt x="1414661" y="190302"/>
                  <a:pt x="1413272" y="103981"/>
                  <a:pt x="1413272" y="46434"/>
                </a:cubicBezTo>
                <a:cubicBezTo>
                  <a:pt x="1413272" y="34131"/>
                  <a:pt x="1418233" y="27980"/>
                  <a:pt x="1428155" y="27980"/>
                </a:cubicBezTo>
                <a:cubicBezTo>
                  <a:pt x="1451571" y="27980"/>
                  <a:pt x="1486893" y="26988"/>
                  <a:pt x="1534121" y="25003"/>
                </a:cubicBezTo>
                <a:cubicBezTo>
                  <a:pt x="1581349" y="23019"/>
                  <a:pt x="1616671" y="22027"/>
                  <a:pt x="1640087" y="22027"/>
                </a:cubicBezTo>
                <a:cubicBezTo>
                  <a:pt x="1651596" y="22027"/>
                  <a:pt x="1657350" y="26789"/>
                  <a:pt x="1657350" y="36314"/>
                </a:cubicBezTo>
                <a:cubicBezTo>
                  <a:pt x="1657350" y="81955"/>
                  <a:pt x="1655465" y="150813"/>
                  <a:pt x="1651695" y="242888"/>
                </a:cubicBezTo>
                <a:cubicBezTo>
                  <a:pt x="1647925" y="334963"/>
                  <a:pt x="1646040" y="404019"/>
                  <a:pt x="1646040" y="450056"/>
                </a:cubicBezTo>
                <a:cubicBezTo>
                  <a:pt x="1646040" y="462756"/>
                  <a:pt x="1646238" y="481906"/>
                  <a:pt x="1646635" y="507504"/>
                </a:cubicBezTo>
                <a:cubicBezTo>
                  <a:pt x="1647032" y="533103"/>
                  <a:pt x="1647230" y="552252"/>
                  <a:pt x="1647230" y="564952"/>
                </a:cubicBezTo>
                <a:cubicBezTo>
                  <a:pt x="1647230" y="666155"/>
                  <a:pt x="1635125" y="735211"/>
                  <a:pt x="1610916" y="772121"/>
                </a:cubicBezTo>
                <a:cubicBezTo>
                  <a:pt x="1566466" y="839589"/>
                  <a:pt x="1455540" y="873324"/>
                  <a:pt x="1278137" y="873324"/>
                </a:cubicBezTo>
                <a:cubicBezTo>
                  <a:pt x="1197968" y="873324"/>
                  <a:pt x="1136254" y="867172"/>
                  <a:pt x="1092994" y="854869"/>
                </a:cubicBezTo>
                <a:cubicBezTo>
                  <a:pt x="1023938" y="835025"/>
                  <a:pt x="979091" y="797124"/>
                  <a:pt x="958454" y="741164"/>
                </a:cubicBezTo>
                <a:cubicBezTo>
                  <a:pt x="948135" y="713780"/>
                  <a:pt x="942975" y="664964"/>
                  <a:pt x="942975" y="594717"/>
                </a:cubicBezTo>
                <a:cubicBezTo>
                  <a:pt x="942975" y="578445"/>
                  <a:pt x="943571" y="554236"/>
                  <a:pt x="944761" y="522089"/>
                </a:cubicBezTo>
                <a:cubicBezTo>
                  <a:pt x="945952" y="489942"/>
                  <a:pt x="946547" y="465931"/>
                  <a:pt x="946547" y="450056"/>
                </a:cubicBezTo>
                <a:cubicBezTo>
                  <a:pt x="946547" y="404019"/>
                  <a:pt x="944365" y="334963"/>
                  <a:pt x="939999" y="242888"/>
                </a:cubicBezTo>
                <a:cubicBezTo>
                  <a:pt x="935633" y="150813"/>
                  <a:pt x="933450" y="81955"/>
                  <a:pt x="933450" y="36314"/>
                </a:cubicBezTo>
                <a:cubicBezTo>
                  <a:pt x="933450" y="26789"/>
                  <a:pt x="937618" y="22027"/>
                  <a:pt x="945952" y="22027"/>
                </a:cubicBezTo>
                <a:close/>
                <a:moveTo>
                  <a:pt x="2503885" y="18455"/>
                </a:moveTo>
                <a:cubicBezTo>
                  <a:pt x="2594372" y="18455"/>
                  <a:pt x="2668191" y="38894"/>
                  <a:pt x="2725341" y="79772"/>
                </a:cubicBezTo>
                <a:cubicBezTo>
                  <a:pt x="2790031" y="125809"/>
                  <a:pt x="2822377" y="192286"/>
                  <a:pt x="2822377" y="279202"/>
                </a:cubicBezTo>
                <a:cubicBezTo>
                  <a:pt x="2822377" y="337145"/>
                  <a:pt x="2814042" y="383381"/>
                  <a:pt x="2797374" y="417910"/>
                </a:cubicBezTo>
                <a:cubicBezTo>
                  <a:pt x="2780705" y="452438"/>
                  <a:pt x="2749947" y="485974"/>
                  <a:pt x="2705100" y="518517"/>
                </a:cubicBezTo>
                <a:cubicBezTo>
                  <a:pt x="2695972" y="524867"/>
                  <a:pt x="2691408" y="530820"/>
                  <a:pt x="2691408" y="536377"/>
                </a:cubicBezTo>
                <a:cubicBezTo>
                  <a:pt x="2691408" y="535980"/>
                  <a:pt x="2715617" y="585788"/>
                  <a:pt x="2764036" y="685800"/>
                </a:cubicBezTo>
                <a:cubicBezTo>
                  <a:pt x="2812455" y="785813"/>
                  <a:pt x="2836664" y="840978"/>
                  <a:pt x="2836664" y="851297"/>
                </a:cubicBezTo>
                <a:cubicBezTo>
                  <a:pt x="2836664" y="854075"/>
                  <a:pt x="2832696" y="856060"/>
                  <a:pt x="2824758" y="857250"/>
                </a:cubicBezTo>
                <a:cubicBezTo>
                  <a:pt x="2809677" y="859631"/>
                  <a:pt x="2771775" y="860822"/>
                  <a:pt x="2711053" y="860822"/>
                </a:cubicBezTo>
                <a:cubicBezTo>
                  <a:pt x="2659063" y="860822"/>
                  <a:pt x="2623741" y="859631"/>
                  <a:pt x="2605088" y="857250"/>
                </a:cubicBezTo>
                <a:cubicBezTo>
                  <a:pt x="2596357" y="856060"/>
                  <a:pt x="2591396" y="855067"/>
                  <a:pt x="2590205" y="854274"/>
                </a:cubicBezTo>
                <a:cubicBezTo>
                  <a:pt x="2587824" y="853083"/>
                  <a:pt x="2585046" y="849114"/>
                  <a:pt x="2581871" y="842367"/>
                </a:cubicBezTo>
                <a:cubicBezTo>
                  <a:pt x="2575917" y="826889"/>
                  <a:pt x="2567186" y="803870"/>
                  <a:pt x="2555677" y="773311"/>
                </a:cubicBezTo>
                <a:cubicBezTo>
                  <a:pt x="2540199" y="733624"/>
                  <a:pt x="2515989" y="675085"/>
                  <a:pt x="2483049" y="597694"/>
                </a:cubicBezTo>
                <a:cubicBezTo>
                  <a:pt x="2475905" y="582216"/>
                  <a:pt x="2459435" y="573683"/>
                  <a:pt x="2433638" y="572095"/>
                </a:cubicBezTo>
                <a:cubicBezTo>
                  <a:pt x="2445544" y="572889"/>
                  <a:pt x="2425105" y="573286"/>
                  <a:pt x="2372321" y="573286"/>
                </a:cubicBezTo>
                <a:cubicBezTo>
                  <a:pt x="2366367" y="573286"/>
                  <a:pt x="2363391" y="583406"/>
                  <a:pt x="2363391" y="603647"/>
                </a:cubicBezTo>
                <a:cubicBezTo>
                  <a:pt x="2363391" y="630635"/>
                  <a:pt x="2365872" y="670917"/>
                  <a:pt x="2370833" y="724496"/>
                </a:cubicBezTo>
                <a:cubicBezTo>
                  <a:pt x="2375793" y="778074"/>
                  <a:pt x="2378274" y="818356"/>
                  <a:pt x="2378274" y="845344"/>
                </a:cubicBezTo>
                <a:cubicBezTo>
                  <a:pt x="2378274" y="852091"/>
                  <a:pt x="2376488" y="856060"/>
                  <a:pt x="2372916" y="857250"/>
                </a:cubicBezTo>
                <a:cubicBezTo>
                  <a:pt x="2367360" y="857647"/>
                  <a:pt x="2361803" y="858044"/>
                  <a:pt x="2356247" y="858441"/>
                </a:cubicBezTo>
                <a:cubicBezTo>
                  <a:pt x="2332832" y="860028"/>
                  <a:pt x="2296319" y="860822"/>
                  <a:pt x="2246710" y="860822"/>
                </a:cubicBezTo>
                <a:cubicBezTo>
                  <a:pt x="2189957" y="860822"/>
                  <a:pt x="2155825" y="859631"/>
                  <a:pt x="2144316" y="857250"/>
                </a:cubicBezTo>
                <a:cubicBezTo>
                  <a:pt x="2132807" y="854869"/>
                  <a:pt x="2127052" y="848717"/>
                  <a:pt x="2127052" y="838796"/>
                </a:cubicBezTo>
                <a:cubicBezTo>
                  <a:pt x="2127052" y="795139"/>
                  <a:pt x="2129136" y="729258"/>
                  <a:pt x="2133303" y="641152"/>
                </a:cubicBezTo>
                <a:cubicBezTo>
                  <a:pt x="2137470" y="553045"/>
                  <a:pt x="2139553" y="486966"/>
                  <a:pt x="2139553" y="442913"/>
                </a:cubicBezTo>
                <a:cubicBezTo>
                  <a:pt x="2139553" y="275035"/>
                  <a:pt x="2135783" y="144066"/>
                  <a:pt x="2128243" y="50006"/>
                </a:cubicBezTo>
                <a:lnTo>
                  <a:pt x="2127647" y="41672"/>
                </a:lnTo>
                <a:cubicBezTo>
                  <a:pt x="2127250" y="34925"/>
                  <a:pt x="2133501" y="30361"/>
                  <a:pt x="2146400" y="27980"/>
                </a:cubicBezTo>
                <a:cubicBezTo>
                  <a:pt x="2159298" y="25599"/>
                  <a:pt x="2219921" y="23217"/>
                  <a:pt x="2328268" y="20836"/>
                </a:cubicBezTo>
                <a:cubicBezTo>
                  <a:pt x="2401689" y="19249"/>
                  <a:pt x="2460228" y="18455"/>
                  <a:pt x="2503885" y="18455"/>
                </a:cubicBezTo>
                <a:close/>
                <a:moveTo>
                  <a:pt x="424458" y="0"/>
                </a:moveTo>
                <a:cubicBezTo>
                  <a:pt x="546299" y="0"/>
                  <a:pt x="647899" y="43259"/>
                  <a:pt x="729258" y="129778"/>
                </a:cubicBezTo>
                <a:cubicBezTo>
                  <a:pt x="809030" y="214313"/>
                  <a:pt x="848916" y="317897"/>
                  <a:pt x="848916" y="440531"/>
                </a:cubicBezTo>
                <a:cubicBezTo>
                  <a:pt x="848916" y="546100"/>
                  <a:pt x="820143" y="636985"/>
                  <a:pt x="762596" y="713185"/>
                </a:cubicBezTo>
                <a:cubicBezTo>
                  <a:pt x="703858" y="791369"/>
                  <a:pt x="623689" y="841375"/>
                  <a:pt x="522090" y="863203"/>
                </a:cubicBezTo>
                <a:cubicBezTo>
                  <a:pt x="541933" y="903685"/>
                  <a:pt x="571500" y="940792"/>
                  <a:pt x="610791" y="974527"/>
                </a:cubicBezTo>
                <a:cubicBezTo>
                  <a:pt x="614363" y="977305"/>
                  <a:pt x="616149" y="979885"/>
                  <a:pt x="616149" y="982266"/>
                </a:cubicBezTo>
                <a:cubicBezTo>
                  <a:pt x="616149" y="998141"/>
                  <a:pt x="567333" y="1006078"/>
                  <a:pt x="469702" y="1006078"/>
                </a:cubicBezTo>
                <a:cubicBezTo>
                  <a:pt x="397868" y="1006078"/>
                  <a:pt x="353616" y="1003300"/>
                  <a:pt x="336947" y="997744"/>
                </a:cubicBezTo>
                <a:cubicBezTo>
                  <a:pt x="327819" y="994569"/>
                  <a:pt x="322064" y="987227"/>
                  <a:pt x="319683" y="975717"/>
                </a:cubicBezTo>
                <a:cubicBezTo>
                  <a:pt x="314921" y="952699"/>
                  <a:pt x="313333" y="914400"/>
                  <a:pt x="314921" y="860822"/>
                </a:cubicBezTo>
                <a:cubicBezTo>
                  <a:pt x="217686" y="836613"/>
                  <a:pt x="140494" y="785416"/>
                  <a:pt x="83344" y="707231"/>
                </a:cubicBezTo>
                <a:cubicBezTo>
                  <a:pt x="27782" y="631428"/>
                  <a:pt x="0" y="542528"/>
                  <a:pt x="0" y="440531"/>
                </a:cubicBezTo>
                <a:cubicBezTo>
                  <a:pt x="0" y="317103"/>
                  <a:pt x="39688" y="213320"/>
                  <a:pt x="119063" y="129183"/>
                </a:cubicBezTo>
                <a:cubicBezTo>
                  <a:pt x="200025" y="43061"/>
                  <a:pt x="301824" y="0"/>
                  <a:pt x="42445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4572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pic>
        <p:nvPicPr>
          <p:cNvPr id="37" name="Grafik 36">
            <a:extLst>
              <a:ext uri="{FF2B5EF4-FFF2-40B4-BE49-F238E27FC236}">
                <a16:creationId xmlns:a16="http://schemas.microsoft.com/office/drawing/2014/main" id="{5F939509-47FD-07D3-9C27-EA8D862623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8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4419600" y="3279861"/>
            <a:ext cx="3352800" cy="1072896"/>
          </a:xfrm>
          <a:prstGeom prst="rect">
            <a:avLst/>
          </a:prstGeom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3376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DBCE4-0EBC-7E66-C11A-44AEEDA16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BBDB47C2-2A26-74D1-D136-AD92AD9E8F31}"/>
              </a:ext>
            </a:extLst>
          </p:cNvPr>
          <p:cNvGrpSpPr/>
          <p:nvPr/>
        </p:nvGrpSpPr>
        <p:grpSpPr>
          <a:xfrm>
            <a:off x="5256530" y="2721327"/>
            <a:ext cx="1678940" cy="1384995"/>
            <a:chOff x="5256530" y="3660259"/>
            <a:chExt cx="1678940" cy="1384995"/>
          </a:xfrm>
        </p:grpSpPr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DAAD0FE8-D126-D287-89B8-CDF7C0A4DB79}"/>
                </a:ext>
              </a:extLst>
            </p:cNvPr>
            <p:cNvSpPr txBox="1"/>
            <p:nvPr/>
          </p:nvSpPr>
          <p:spPr>
            <a:xfrm>
              <a:off x="5256530" y="3660259"/>
              <a:ext cx="16789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dirty="0">
                  <a:solidFill>
                    <a:schemeClr val="bg1">
                      <a:lumMod val="95000"/>
                    </a:schemeClr>
                  </a:solidFill>
                  <a:latin typeface="Abadi" panose="020B0604020104020204" pitchFamily="34" charset="0"/>
                </a:rPr>
                <a:t>Start Game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1FA638C0-7F6B-FF6E-2ABA-4C1C67781796}"/>
                </a:ext>
              </a:extLst>
            </p:cNvPr>
            <p:cNvSpPr txBox="1"/>
            <p:nvPr/>
          </p:nvSpPr>
          <p:spPr>
            <a:xfrm>
              <a:off x="5256530" y="4121924"/>
              <a:ext cx="16789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dirty="0">
                  <a:solidFill>
                    <a:schemeClr val="bg1">
                      <a:lumMod val="95000"/>
                    </a:schemeClr>
                  </a:solidFill>
                  <a:latin typeface="Abadi" panose="020B0604020104020204" pitchFamily="34" charset="0"/>
                </a:rPr>
                <a:t>Settings</a:t>
              </a: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2DB8BC14-F74A-D3B8-1A04-ACD9B195BF34}"/>
                </a:ext>
              </a:extLst>
            </p:cNvPr>
            <p:cNvSpPr txBox="1"/>
            <p:nvPr/>
          </p:nvSpPr>
          <p:spPr>
            <a:xfrm>
              <a:off x="5256530" y="4583589"/>
              <a:ext cx="16789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dirty="0" err="1">
                  <a:solidFill>
                    <a:schemeClr val="bg1">
                      <a:lumMod val="95000"/>
                    </a:schemeClr>
                  </a:solidFill>
                  <a:latin typeface="Abadi" panose="020B0604020104020204" pitchFamily="34" charset="0"/>
                </a:rPr>
                <a:t>Quit</a:t>
              </a:r>
              <a:endParaRPr lang="de-DE" sz="2400" dirty="0">
                <a:solidFill>
                  <a:schemeClr val="bg1">
                    <a:lumMod val="95000"/>
                  </a:schemeClr>
                </a:solidFill>
                <a:latin typeface="Abadi" panose="020B0604020104020204" pitchFamily="34" charset="0"/>
              </a:endParaRPr>
            </a:p>
          </p:txBody>
        </p:sp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E3A88151-6BAD-F224-0BE5-0A4BC62263BC}"/>
              </a:ext>
            </a:extLst>
          </p:cNvPr>
          <p:cNvSpPr txBox="1"/>
          <p:nvPr/>
        </p:nvSpPr>
        <p:spPr>
          <a:xfrm>
            <a:off x="106680" y="83820"/>
            <a:ext cx="533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i="1" dirty="0" err="1">
                <a:solidFill>
                  <a:schemeClr val="bg2">
                    <a:lumMod val="25000"/>
                  </a:schemeClr>
                </a:solidFill>
                <a:latin typeface="Aptos Mono" panose="020B0009020202020204" pitchFamily="49" charset="0"/>
                <a:cs typeface="Aldhabi" panose="020F0502020204030204" pitchFamily="2" charset="-78"/>
              </a:rPr>
              <a:t>DevBuild</a:t>
            </a:r>
            <a:r>
              <a:rPr lang="de-DE" sz="1400" i="1" dirty="0">
                <a:solidFill>
                  <a:schemeClr val="bg2">
                    <a:lumMod val="25000"/>
                  </a:schemeClr>
                </a:solidFill>
                <a:latin typeface="Aptos Mono" panose="020B0009020202020204" pitchFamily="49" charset="0"/>
                <a:cs typeface="Aldhabi" panose="020F0502020204030204" pitchFamily="2" charset="-78"/>
              </a:rPr>
              <a:t>: … Design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E17DC81-B94A-9326-F445-17D85C544F09}"/>
              </a:ext>
            </a:extLst>
          </p:cNvPr>
          <p:cNvSpPr txBox="1"/>
          <p:nvPr/>
        </p:nvSpPr>
        <p:spPr>
          <a:xfrm>
            <a:off x="6553200" y="83820"/>
            <a:ext cx="5532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400" i="1" dirty="0" err="1">
                <a:solidFill>
                  <a:schemeClr val="bg2">
                    <a:lumMod val="25000"/>
                  </a:schemeClr>
                </a:solidFill>
                <a:latin typeface="Aptos Mono" panose="020B0009020202020204" pitchFamily="49" charset="0"/>
                <a:cs typeface="Aldhabi" panose="020F0502020204030204" pitchFamily="2" charset="-78"/>
              </a:rPr>
              <a:t>Authors</a:t>
            </a:r>
            <a:endParaRPr lang="de-DE" sz="1400" i="1" dirty="0">
              <a:solidFill>
                <a:schemeClr val="bg2">
                  <a:lumMod val="25000"/>
                </a:schemeClr>
              </a:solidFill>
              <a:latin typeface="Aptos Mono" panose="020B0009020202020204" pitchFamily="49" charset="0"/>
              <a:cs typeface="Aldhabi" panose="020F0502020204030204" pitchFamily="2" charset="-78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AC1349D-EA36-1DF7-8EE3-4B1FFAA7DCE3}"/>
              </a:ext>
            </a:extLst>
          </p:cNvPr>
          <p:cNvSpPr/>
          <p:nvPr/>
        </p:nvSpPr>
        <p:spPr>
          <a:xfrm>
            <a:off x="2747962" y="1275462"/>
            <a:ext cx="6696075" cy="21383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BBEED69-8831-5780-40ED-C6B254586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323" y="1252420"/>
            <a:ext cx="8155998" cy="2405180"/>
          </a:xfrm>
          <a:prstGeom prst="rect">
            <a:avLst/>
          </a:prstGeom>
        </p:spPr>
      </p:pic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CA1D6EA1-D555-A380-1755-7BAB3C2E1861}"/>
              </a:ext>
            </a:extLst>
          </p:cNvPr>
          <p:cNvSpPr/>
          <p:nvPr/>
        </p:nvSpPr>
        <p:spPr>
          <a:xfrm>
            <a:off x="3368040" y="1800223"/>
            <a:ext cx="5455920" cy="1219140"/>
          </a:xfrm>
          <a:custGeom>
            <a:avLst/>
            <a:gdLst/>
            <a:ahLst/>
            <a:cxnLst/>
            <a:rect l="l" t="t" r="r" b="b"/>
            <a:pathLst>
              <a:path w="4984552" h="1006078">
                <a:moveTo>
                  <a:pt x="1761530" y="838796"/>
                </a:moveTo>
                <a:lnTo>
                  <a:pt x="1761627" y="839065"/>
                </a:lnTo>
                <a:lnTo>
                  <a:pt x="1761614" y="839242"/>
                </a:lnTo>
                <a:cubicBezTo>
                  <a:pt x="1761558" y="839738"/>
                  <a:pt x="1761530" y="839589"/>
                  <a:pt x="1761530" y="838796"/>
                </a:cubicBezTo>
                <a:close/>
                <a:moveTo>
                  <a:pt x="4948666" y="338017"/>
                </a:moveTo>
                <a:cubicBezTo>
                  <a:pt x="4948777" y="337849"/>
                  <a:pt x="4948833" y="338287"/>
                  <a:pt x="4948833" y="339328"/>
                </a:cubicBezTo>
                <a:lnTo>
                  <a:pt x="4948555" y="338528"/>
                </a:lnTo>
                <a:close/>
                <a:moveTo>
                  <a:pt x="424458" y="222052"/>
                </a:moveTo>
                <a:cubicBezTo>
                  <a:pt x="362546" y="222052"/>
                  <a:pt x="313532" y="243284"/>
                  <a:pt x="277416" y="285750"/>
                </a:cubicBezTo>
                <a:cubicBezTo>
                  <a:pt x="242888" y="325835"/>
                  <a:pt x="225624" y="377428"/>
                  <a:pt x="225624" y="440531"/>
                </a:cubicBezTo>
                <a:cubicBezTo>
                  <a:pt x="225624" y="504825"/>
                  <a:pt x="242491" y="556419"/>
                  <a:pt x="276225" y="595313"/>
                </a:cubicBezTo>
                <a:cubicBezTo>
                  <a:pt x="311547" y="636588"/>
                  <a:pt x="360958" y="657225"/>
                  <a:pt x="424458" y="657225"/>
                </a:cubicBezTo>
                <a:cubicBezTo>
                  <a:pt x="485974" y="657225"/>
                  <a:pt x="534988" y="635992"/>
                  <a:pt x="571500" y="593527"/>
                </a:cubicBezTo>
                <a:cubicBezTo>
                  <a:pt x="606029" y="553045"/>
                  <a:pt x="623293" y="501650"/>
                  <a:pt x="623293" y="439341"/>
                </a:cubicBezTo>
                <a:cubicBezTo>
                  <a:pt x="623293" y="378222"/>
                  <a:pt x="605632" y="327224"/>
                  <a:pt x="570310" y="286345"/>
                </a:cubicBezTo>
                <a:cubicBezTo>
                  <a:pt x="533004" y="243483"/>
                  <a:pt x="484386" y="222052"/>
                  <a:pt x="424458" y="222052"/>
                </a:cubicBezTo>
                <a:close/>
                <a:moveTo>
                  <a:pt x="2423517" y="195263"/>
                </a:moveTo>
                <a:cubicBezTo>
                  <a:pt x="2385814" y="195263"/>
                  <a:pt x="2365772" y="201017"/>
                  <a:pt x="2363391" y="212527"/>
                </a:cubicBezTo>
                <a:cubicBezTo>
                  <a:pt x="2361010" y="226020"/>
                  <a:pt x="2359819" y="264914"/>
                  <a:pt x="2359819" y="329208"/>
                </a:cubicBezTo>
                <a:cubicBezTo>
                  <a:pt x="2359819" y="338336"/>
                  <a:pt x="2360018" y="351830"/>
                  <a:pt x="2360414" y="369689"/>
                </a:cubicBezTo>
                <a:cubicBezTo>
                  <a:pt x="2360811" y="387549"/>
                  <a:pt x="2361010" y="400844"/>
                  <a:pt x="2361010" y="409575"/>
                </a:cubicBezTo>
                <a:cubicBezTo>
                  <a:pt x="2361010" y="411560"/>
                  <a:pt x="2367360" y="413544"/>
                  <a:pt x="2380060" y="415528"/>
                </a:cubicBezTo>
                <a:cubicBezTo>
                  <a:pt x="2404269" y="419100"/>
                  <a:pt x="2429669" y="420886"/>
                  <a:pt x="2456260" y="420886"/>
                </a:cubicBezTo>
                <a:cubicBezTo>
                  <a:pt x="2543175" y="420886"/>
                  <a:pt x="2586633" y="386358"/>
                  <a:pt x="2586633" y="317302"/>
                </a:cubicBezTo>
                <a:cubicBezTo>
                  <a:pt x="2586633" y="268883"/>
                  <a:pt x="2570758" y="235347"/>
                  <a:pt x="2539008" y="216694"/>
                </a:cubicBezTo>
                <a:cubicBezTo>
                  <a:pt x="2514402" y="202406"/>
                  <a:pt x="2475905" y="195263"/>
                  <a:pt x="2423517" y="195263"/>
                </a:cubicBezTo>
                <a:close/>
                <a:moveTo>
                  <a:pt x="3952875" y="22622"/>
                </a:moveTo>
                <a:cubicBezTo>
                  <a:pt x="3958828" y="22622"/>
                  <a:pt x="3961606" y="26392"/>
                  <a:pt x="3961210" y="33933"/>
                </a:cubicBezTo>
                <a:lnTo>
                  <a:pt x="3960614" y="41672"/>
                </a:lnTo>
                <a:cubicBezTo>
                  <a:pt x="3955852" y="116284"/>
                  <a:pt x="3950494" y="228402"/>
                  <a:pt x="3944541" y="378024"/>
                </a:cubicBezTo>
                <a:lnTo>
                  <a:pt x="3943946" y="535186"/>
                </a:lnTo>
                <a:cubicBezTo>
                  <a:pt x="3943946" y="585986"/>
                  <a:pt x="3944144" y="623094"/>
                  <a:pt x="3944541" y="646510"/>
                </a:cubicBezTo>
                <a:cubicBezTo>
                  <a:pt x="3944938" y="651272"/>
                  <a:pt x="3945335" y="656035"/>
                  <a:pt x="3945731" y="660797"/>
                </a:cubicBezTo>
                <a:cubicBezTo>
                  <a:pt x="3946128" y="665560"/>
                  <a:pt x="3949105" y="668536"/>
                  <a:pt x="3954661" y="669727"/>
                </a:cubicBezTo>
                <a:cubicBezTo>
                  <a:pt x="3955058" y="669727"/>
                  <a:pt x="3960218" y="669727"/>
                  <a:pt x="3970139" y="669727"/>
                </a:cubicBezTo>
                <a:cubicBezTo>
                  <a:pt x="4005858" y="669727"/>
                  <a:pt x="4059337" y="667842"/>
                  <a:pt x="4130576" y="664071"/>
                </a:cubicBezTo>
                <a:cubicBezTo>
                  <a:pt x="4201815" y="660301"/>
                  <a:pt x="4255294" y="658416"/>
                  <a:pt x="4291013" y="658416"/>
                </a:cubicBezTo>
                <a:cubicBezTo>
                  <a:pt x="4301728" y="658416"/>
                  <a:pt x="4307086" y="662980"/>
                  <a:pt x="4307086" y="672108"/>
                </a:cubicBezTo>
                <a:cubicBezTo>
                  <a:pt x="4307086" y="739974"/>
                  <a:pt x="4302125" y="798513"/>
                  <a:pt x="4292203" y="847725"/>
                </a:cubicBezTo>
                <a:cubicBezTo>
                  <a:pt x="4290219" y="858044"/>
                  <a:pt x="4286052" y="864195"/>
                  <a:pt x="4279702" y="866180"/>
                </a:cubicBezTo>
                <a:cubicBezTo>
                  <a:pt x="4277717" y="866974"/>
                  <a:pt x="4269582" y="867371"/>
                  <a:pt x="4255294" y="867371"/>
                </a:cubicBezTo>
                <a:cubicBezTo>
                  <a:pt x="4221163" y="867371"/>
                  <a:pt x="4176713" y="866577"/>
                  <a:pt x="4121944" y="864989"/>
                </a:cubicBezTo>
                <a:cubicBezTo>
                  <a:pt x="4050507" y="863402"/>
                  <a:pt x="4006057" y="862409"/>
                  <a:pt x="3988594" y="862013"/>
                </a:cubicBezTo>
                <a:lnTo>
                  <a:pt x="3810596" y="859631"/>
                </a:lnTo>
                <a:cubicBezTo>
                  <a:pt x="3792736" y="860028"/>
                  <a:pt x="3767138" y="859235"/>
                  <a:pt x="3733800" y="857250"/>
                </a:cubicBezTo>
                <a:cubicBezTo>
                  <a:pt x="3722291" y="855266"/>
                  <a:pt x="3716536" y="849114"/>
                  <a:pt x="3716536" y="838796"/>
                </a:cubicBezTo>
                <a:cubicBezTo>
                  <a:pt x="3716536" y="795536"/>
                  <a:pt x="3717231" y="730746"/>
                  <a:pt x="3718620" y="644426"/>
                </a:cubicBezTo>
                <a:cubicBezTo>
                  <a:pt x="3720009" y="558106"/>
                  <a:pt x="3720703" y="493316"/>
                  <a:pt x="3720703" y="450056"/>
                </a:cubicBezTo>
                <a:cubicBezTo>
                  <a:pt x="3720703" y="404019"/>
                  <a:pt x="3719314" y="335062"/>
                  <a:pt x="3716536" y="243185"/>
                </a:cubicBezTo>
                <a:cubicBezTo>
                  <a:pt x="3713758" y="151309"/>
                  <a:pt x="3712369" y="82352"/>
                  <a:pt x="3712369" y="36314"/>
                </a:cubicBezTo>
                <a:cubicBezTo>
                  <a:pt x="3712369" y="27583"/>
                  <a:pt x="3718322" y="23217"/>
                  <a:pt x="3730228" y="23217"/>
                </a:cubicBezTo>
                <a:cubicBezTo>
                  <a:pt x="3742135" y="23217"/>
                  <a:pt x="3759895" y="23813"/>
                  <a:pt x="3783509" y="25003"/>
                </a:cubicBezTo>
                <a:cubicBezTo>
                  <a:pt x="3807123" y="26194"/>
                  <a:pt x="3824684" y="26789"/>
                  <a:pt x="3836194" y="26789"/>
                </a:cubicBezTo>
                <a:cubicBezTo>
                  <a:pt x="3849291" y="26789"/>
                  <a:pt x="3868738" y="26095"/>
                  <a:pt x="3894535" y="24706"/>
                </a:cubicBezTo>
                <a:cubicBezTo>
                  <a:pt x="3920332" y="23316"/>
                  <a:pt x="3939778" y="22622"/>
                  <a:pt x="3952875" y="22622"/>
                </a:cubicBezTo>
                <a:close/>
                <a:moveTo>
                  <a:pt x="4388049" y="22027"/>
                </a:moveTo>
                <a:cubicBezTo>
                  <a:pt x="4417418" y="22027"/>
                  <a:pt x="4461570" y="22820"/>
                  <a:pt x="4520506" y="24408"/>
                </a:cubicBezTo>
                <a:cubicBezTo>
                  <a:pt x="4579442" y="25995"/>
                  <a:pt x="4623594" y="26789"/>
                  <a:pt x="4652963" y="26789"/>
                </a:cubicBezTo>
                <a:cubicBezTo>
                  <a:pt x="4681935" y="26789"/>
                  <a:pt x="4725591" y="25995"/>
                  <a:pt x="4783931" y="24408"/>
                </a:cubicBezTo>
                <a:cubicBezTo>
                  <a:pt x="4842273" y="22820"/>
                  <a:pt x="4885929" y="22027"/>
                  <a:pt x="4914901" y="22027"/>
                </a:cubicBezTo>
                <a:cubicBezTo>
                  <a:pt x="4935538" y="22027"/>
                  <a:pt x="4947445" y="29766"/>
                  <a:pt x="4950619" y="45244"/>
                </a:cubicBezTo>
                <a:cubicBezTo>
                  <a:pt x="4952603" y="54372"/>
                  <a:pt x="4955679" y="82054"/>
                  <a:pt x="4959847" y="128290"/>
                </a:cubicBezTo>
                <a:cubicBezTo>
                  <a:pt x="4964013" y="174526"/>
                  <a:pt x="4966097" y="202605"/>
                  <a:pt x="4966097" y="212527"/>
                </a:cubicBezTo>
                <a:cubicBezTo>
                  <a:pt x="4966097" y="220861"/>
                  <a:pt x="4962129" y="225028"/>
                  <a:pt x="4954191" y="225028"/>
                </a:cubicBezTo>
                <a:cubicBezTo>
                  <a:pt x="4951810" y="225028"/>
                  <a:pt x="4947643" y="224830"/>
                  <a:pt x="4941689" y="224433"/>
                </a:cubicBezTo>
                <a:cubicBezTo>
                  <a:pt x="4836121" y="215702"/>
                  <a:pt x="4741268" y="211336"/>
                  <a:pt x="4657130" y="211336"/>
                </a:cubicBezTo>
                <a:cubicBezTo>
                  <a:pt x="4636096" y="211336"/>
                  <a:pt x="4623197" y="216297"/>
                  <a:pt x="4618435" y="226219"/>
                </a:cubicBezTo>
                <a:cubicBezTo>
                  <a:pt x="4616450" y="230981"/>
                  <a:pt x="4615458" y="246261"/>
                  <a:pt x="4615458" y="272058"/>
                </a:cubicBezTo>
                <a:cubicBezTo>
                  <a:pt x="4615458" y="299046"/>
                  <a:pt x="4619427" y="316905"/>
                  <a:pt x="4627364" y="325636"/>
                </a:cubicBezTo>
                <a:cubicBezTo>
                  <a:pt x="4634111" y="333177"/>
                  <a:pt x="4647010" y="336947"/>
                  <a:pt x="4666060" y="336947"/>
                </a:cubicBezTo>
                <a:cubicBezTo>
                  <a:pt x="4670028" y="336947"/>
                  <a:pt x="4677767" y="336649"/>
                  <a:pt x="4689277" y="336054"/>
                </a:cubicBezTo>
                <a:cubicBezTo>
                  <a:pt x="4700786" y="335459"/>
                  <a:pt x="4710311" y="335161"/>
                  <a:pt x="4717852" y="335161"/>
                </a:cubicBezTo>
                <a:cubicBezTo>
                  <a:pt x="4767858" y="335161"/>
                  <a:pt x="4818460" y="333772"/>
                  <a:pt x="4869657" y="330994"/>
                </a:cubicBezTo>
                <a:cubicBezTo>
                  <a:pt x="4874022" y="330597"/>
                  <a:pt x="4884937" y="329605"/>
                  <a:pt x="4902399" y="328017"/>
                </a:cubicBezTo>
                <a:cubicBezTo>
                  <a:pt x="4915893" y="326430"/>
                  <a:pt x="4926609" y="325636"/>
                  <a:pt x="4934545" y="325636"/>
                </a:cubicBezTo>
                <a:cubicBezTo>
                  <a:pt x="4939308" y="325636"/>
                  <a:pt x="4942880" y="326777"/>
                  <a:pt x="4945261" y="329059"/>
                </a:cubicBezTo>
                <a:lnTo>
                  <a:pt x="4948555" y="338528"/>
                </a:lnTo>
                <a:lnTo>
                  <a:pt x="4948163" y="340333"/>
                </a:lnTo>
                <a:cubicBezTo>
                  <a:pt x="4946824" y="348593"/>
                  <a:pt x="4943475" y="378619"/>
                  <a:pt x="4938117" y="430411"/>
                </a:cubicBezTo>
                <a:cubicBezTo>
                  <a:pt x="4934943" y="462161"/>
                  <a:pt x="4933355" y="493911"/>
                  <a:pt x="4933355" y="525661"/>
                </a:cubicBezTo>
                <a:cubicBezTo>
                  <a:pt x="4933355" y="533599"/>
                  <a:pt x="4927600" y="537567"/>
                  <a:pt x="4916091" y="537567"/>
                </a:cubicBezTo>
                <a:cubicBezTo>
                  <a:pt x="4916091" y="537567"/>
                  <a:pt x="4898231" y="535583"/>
                  <a:pt x="4862513" y="531614"/>
                </a:cubicBezTo>
                <a:cubicBezTo>
                  <a:pt x="4839891" y="529233"/>
                  <a:pt x="4788297" y="528042"/>
                  <a:pt x="4707732" y="528042"/>
                </a:cubicBezTo>
                <a:lnTo>
                  <a:pt x="4644628" y="528042"/>
                </a:lnTo>
                <a:cubicBezTo>
                  <a:pt x="4628356" y="528042"/>
                  <a:pt x="4618831" y="532011"/>
                  <a:pt x="4616053" y="539949"/>
                </a:cubicBezTo>
                <a:cubicBezTo>
                  <a:pt x="4615657" y="541933"/>
                  <a:pt x="4615458" y="554236"/>
                  <a:pt x="4615458" y="576858"/>
                </a:cubicBezTo>
                <a:cubicBezTo>
                  <a:pt x="4615458" y="607020"/>
                  <a:pt x="4617443" y="626467"/>
                  <a:pt x="4621411" y="635199"/>
                </a:cubicBezTo>
                <a:cubicBezTo>
                  <a:pt x="4628158" y="650280"/>
                  <a:pt x="4653558" y="659210"/>
                  <a:pt x="4697612" y="661988"/>
                </a:cubicBezTo>
                <a:cubicBezTo>
                  <a:pt x="4696817" y="661988"/>
                  <a:pt x="4725789" y="661988"/>
                  <a:pt x="4784527" y="661988"/>
                </a:cubicBezTo>
                <a:cubicBezTo>
                  <a:pt x="4805561" y="661988"/>
                  <a:pt x="4836815" y="660103"/>
                  <a:pt x="4878289" y="656332"/>
                </a:cubicBezTo>
                <a:cubicBezTo>
                  <a:pt x="4919763" y="652562"/>
                  <a:pt x="4950817" y="650677"/>
                  <a:pt x="4971455" y="650677"/>
                </a:cubicBezTo>
                <a:cubicBezTo>
                  <a:pt x="4980187" y="650677"/>
                  <a:pt x="4984552" y="657820"/>
                  <a:pt x="4984552" y="672108"/>
                </a:cubicBezTo>
                <a:cubicBezTo>
                  <a:pt x="4984552" y="689174"/>
                  <a:pt x="4981179" y="720527"/>
                  <a:pt x="4974431" y="766167"/>
                </a:cubicBezTo>
                <a:cubicBezTo>
                  <a:pt x="4967288" y="815777"/>
                  <a:pt x="4960937" y="845344"/>
                  <a:pt x="4955381" y="854869"/>
                </a:cubicBezTo>
                <a:cubicBezTo>
                  <a:pt x="4950619" y="862409"/>
                  <a:pt x="4944071" y="866180"/>
                  <a:pt x="4935737" y="866180"/>
                </a:cubicBezTo>
                <a:cubicBezTo>
                  <a:pt x="4932165" y="866180"/>
                  <a:pt x="4926211" y="865585"/>
                  <a:pt x="4917877" y="864394"/>
                </a:cubicBezTo>
                <a:cubicBezTo>
                  <a:pt x="4888905" y="860425"/>
                  <a:pt x="4804371" y="858441"/>
                  <a:pt x="4664274" y="858441"/>
                </a:cubicBezTo>
                <a:cubicBezTo>
                  <a:pt x="4633714" y="858441"/>
                  <a:pt x="4588272" y="858242"/>
                  <a:pt x="4527947" y="857846"/>
                </a:cubicBezTo>
                <a:cubicBezTo>
                  <a:pt x="4467622" y="857449"/>
                  <a:pt x="4422378" y="857250"/>
                  <a:pt x="4392216" y="857250"/>
                </a:cubicBezTo>
                <a:cubicBezTo>
                  <a:pt x="4379119" y="857250"/>
                  <a:pt x="4372571" y="851495"/>
                  <a:pt x="4372571" y="839986"/>
                </a:cubicBezTo>
                <a:cubicBezTo>
                  <a:pt x="4372571" y="795536"/>
                  <a:pt x="4375051" y="728762"/>
                  <a:pt x="4380012" y="639663"/>
                </a:cubicBezTo>
                <a:cubicBezTo>
                  <a:pt x="4384973" y="550565"/>
                  <a:pt x="4387453" y="483791"/>
                  <a:pt x="4387453" y="439341"/>
                </a:cubicBezTo>
                <a:cubicBezTo>
                  <a:pt x="4387453" y="394097"/>
                  <a:pt x="4385072" y="309761"/>
                  <a:pt x="4380310" y="186333"/>
                </a:cubicBezTo>
                <a:cubicBezTo>
                  <a:pt x="4379119" y="154583"/>
                  <a:pt x="4376936" y="107156"/>
                  <a:pt x="4373761" y="44053"/>
                </a:cubicBezTo>
                <a:lnTo>
                  <a:pt x="4373166" y="35719"/>
                </a:lnTo>
                <a:cubicBezTo>
                  <a:pt x="4372372" y="26591"/>
                  <a:pt x="4377333" y="22027"/>
                  <a:pt x="4388049" y="22027"/>
                </a:cubicBezTo>
                <a:close/>
                <a:moveTo>
                  <a:pt x="2921199" y="22027"/>
                </a:moveTo>
                <a:cubicBezTo>
                  <a:pt x="2933502" y="22027"/>
                  <a:pt x="2952056" y="22622"/>
                  <a:pt x="2976860" y="23813"/>
                </a:cubicBezTo>
                <a:cubicBezTo>
                  <a:pt x="3001665" y="25003"/>
                  <a:pt x="3020219" y="25599"/>
                  <a:pt x="3032522" y="25599"/>
                </a:cubicBezTo>
                <a:cubicBezTo>
                  <a:pt x="3045222" y="25599"/>
                  <a:pt x="3064074" y="25003"/>
                  <a:pt x="3089077" y="23813"/>
                </a:cubicBezTo>
                <a:cubicBezTo>
                  <a:pt x="3114080" y="22622"/>
                  <a:pt x="3132733" y="22027"/>
                  <a:pt x="3145036" y="22027"/>
                </a:cubicBezTo>
                <a:cubicBezTo>
                  <a:pt x="3151783" y="22027"/>
                  <a:pt x="3155156" y="25599"/>
                  <a:pt x="3155156" y="32742"/>
                </a:cubicBezTo>
                <a:cubicBezTo>
                  <a:pt x="3155156" y="62111"/>
                  <a:pt x="3153668" y="106462"/>
                  <a:pt x="3150692" y="165795"/>
                </a:cubicBezTo>
                <a:cubicBezTo>
                  <a:pt x="3147715" y="225127"/>
                  <a:pt x="3146227" y="269478"/>
                  <a:pt x="3146227" y="298847"/>
                </a:cubicBezTo>
                <a:cubicBezTo>
                  <a:pt x="3146227" y="332978"/>
                  <a:pt x="3155553" y="350044"/>
                  <a:pt x="3174206" y="350044"/>
                </a:cubicBezTo>
                <a:cubicBezTo>
                  <a:pt x="3221435" y="350044"/>
                  <a:pt x="3258146" y="337145"/>
                  <a:pt x="3284339" y="311349"/>
                </a:cubicBezTo>
                <a:cubicBezTo>
                  <a:pt x="3303786" y="292299"/>
                  <a:pt x="3323431" y="257572"/>
                  <a:pt x="3343275" y="207169"/>
                </a:cubicBezTo>
                <a:cubicBezTo>
                  <a:pt x="3355975" y="168672"/>
                  <a:pt x="3376811" y="111919"/>
                  <a:pt x="3405783" y="36909"/>
                </a:cubicBezTo>
                <a:cubicBezTo>
                  <a:pt x="3410149" y="26988"/>
                  <a:pt x="3419078" y="22027"/>
                  <a:pt x="3432572" y="22027"/>
                </a:cubicBezTo>
                <a:cubicBezTo>
                  <a:pt x="3442891" y="22027"/>
                  <a:pt x="3458468" y="22622"/>
                  <a:pt x="3479304" y="23813"/>
                </a:cubicBezTo>
                <a:cubicBezTo>
                  <a:pt x="3500140" y="25003"/>
                  <a:pt x="3515717" y="25599"/>
                  <a:pt x="3526036" y="25599"/>
                </a:cubicBezTo>
                <a:cubicBezTo>
                  <a:pt x="3536752" y="25599"/>
                  <a:pt x="3552726" y="25202"/>
                  <a:pt x="3573959" y="24408"/>
                </a:cubicBezTo>
                <a:cubicBezTo>
                  <a:pt x="3595192" y="23614"/>
                  <a:pt x="3610967" y="23217"/>
                  <a:pt x="3621286" y="23217"/>
                </a:cubicBezTo>
                <a:cubicBezTo>
                  <a:pt x="3630811" y="23217"/>
                  <a:pt x="3635574" y="27781"/>
                  <a:pt x="3635574" y="36909"/>
                </a:cubicBezTo>
                <a:cubicBezTo>
                  <a:pt x="3635574" y="50006"/>
                  <a:pt x="3627239" y="81955"/>
                  <a:pt x="3610571" y="132755"/>
                </a:cubicBezTo>
                <a:cubicBezTo>
                  <a:pt x="3561358" y="282774"/>
                  <a:pt x="3504803" y="376436"/>
                  <a:pt x="3440906" y="413742"/>
                </a:cubicBezTo>
                <a:cubicBezTo>
                  <a:pt x="3427810" y="421283"/>
                  <a:pt x="3421261" y="427435"/>
                  <a:pt x="3421261" y="432197"/>
                </a:cubicBezTo>
                <a:cubicBezTo>
                  <a:pt x="3421261" y="431800"/>
                  <a:pt x="3457873" y="491331"/>
                  <a:pt x="3531096" y="610791"/>
                </a:cubicBezTo>
                <a:cubicBezTo>
                  <a:pt x="3604320" y="730250"/>
                  <a:pt x="3640931" y="801291"/>
                  <a:pt x="3640931" y="823913"/>
                </a:cubicBezTo>
                <a:cubicBezTo>
                  <a:pt x="3640931" y="840978"/>
                  <a:pt x="3633589" y="852091"/>
                  <a:pt x="3618905" y="857250"/>
                </a:cubicBezTo>
                <a:cubicBezTo>
                  <a:pt x="3606999" y="861219"/>
                  <a:pt x="3575646" y="863203"/>
                  <a:pt x="3524846" y="863203"/>
                </a:cubicBezTo>
                <a:cubicBezTo>
                  <a:pt x="3476030" y="863203"/>
                  <a:pt x="3440311" y="861219"/>
                  <a:pt x="3417689" y="857250"/>
                </a:cubicBezTo>
                <a:cubicBezTo>
                  <a:pt x="3406974" y="855266"/>
                  <a:pt x="3399929" y="853182"/>
                  <a:pt x="3396556" y="850999"/>
                </a:cubicBezTo>
                <a:cubicBezTo>
                  <a:pt x="3393182" y="848817"/>
                  <a:pt x="3388916" y="843161"/>
                  <a:pt x="3383756" y="834033"/>
                </a:cubicBezTo>
                <a:cubicBezTo>
                  <a:pt x="3354785" y="780852"/>
                  <a:pt x="3326011" y="727670"/>
                  <a:pt x="3297436" y="674489"/>
                </a:cubicBezTo>
                <a:cubicBezTo>
                  <a:pt x="3250208" y="588764"/>
                  <a:pt x="3222030" y="541536"/>
                  <a:pt x="3212902" y="532805"/>
                </a:cubicBezTo>
                <a:cubicBezTo>
                  <a:pt x="3170039" y="548283"/>
                  <a:pt x="3148608" y="559395"/>
                  <a:pt x="3148608" y="566142"/>
                </a:cubicBezTo>
                <a:cubicBezTo>
                  <a:pt x="3148608" y="595908"/>
                  <a:pt x="3149799" y="640854"/>
                  <a:pt x="3152180" y="700981"/>
                </a:cubicBezTo>
                <a:cubicBezTo>
                  <a:pt x="3154561" y="761107"/>
                  <a:pt x="3155752" y="806252"/>
                  <a:pt x="3155752" y="836414"/>
                </a:cubicBezTo>
                <a:cubicBezTo>
                  <a:pt x="3155752" y="848717"/>
                  <a:pt x="3150394" y="855663"/>
                  <a:pt x="3139678" y="857250"/>
                </a:cubicBezTo>
                <a:cubicBezTo>
                  <a:pt x="3119041" y="860425"/>
                  <a:pt x="3081734" y="862013"/>
                  <a:pt x="3027760" y="862013"/>
                </a:cubicBezTo>
                <a:cubicBezTo>
                  <a:pt x="2976166" y="862013"/>
                  <a:pt x="2942035" y="860425"/>
                  <a:pt x="2925366" y="857250"/>
                </a:cubicBezTo>
                <a:cubicBezTo>
                  <a:pt x="2913856" y="854869"/>
                  <a:pt x="2908102" y="848717"/>
                  <a:pt x="2908102" y="838796"/>
                </a:cubicBezTo>
                <a:cubicBezTo>
                  <a:pt x="2908102" y="795933"/>
                  <a:pt x="2910185" y="731242"/>
                  <a:pt x="2914353" y="644724"/>
                </a:cubicBezTo>
                <a:cubicBezTo>
                  <a:pt x="2918520" y="558205"/>
                  <a:pt x="2920603" y="493316"/>
                  <a:pt x="2920603" y="450056"/>
                </a:cubicBezTo>
                <a:cubicBezTo>
                  <a:pt x="2920603" y="404019"/>
                  <a:pt x="2918619" y="334863"/>
                  <a:pt x="2914650" y="242590"/>
                </a:cubicBezTo>
                <a:cubicBezTo>
                  <a:pt x="2910682" y="150316"/>
                  <a:pt x="2908697" y="81161"/>
                  <a:pt x="2908697" y="35124"/>
                </a:cubicBezTo>
                <a:cubicBezTo>
                  <a:pt x="2908697" y="26392"/>
                  <a:pt x="2912864" y="22027"/>
                  <a:pt x="2921199" y="22027"/>
                </a:cubicBezTo>
                <a:close/>
                <a:moveTo>
                  <a:pt x="1782962" y="22027"/>
                </a:moveTo>
                <a:cubicBezTo>
                  <a:pt x="1795265" y="22027"/>
                  <a:pt x="1813818" y="22622"/>
                  <a:pt x="1838623" y="23813"/>
                </a:cubicBezTo>
                <a:cubicBezTo>
                  <a:pt x="1863428" y="25003"/>
                  <a:pt x="1881982" y="25599"/>
                  <a:pt x="1894285" y="25599"/>
                </a:cubicBezTo>
                <a:cubicBezTo>
                  <a:pt x="1906588" y="25599"/>
                  <a:pt x="1924745" y="25003"/>
                  <a:pt x="1948756" y="23813"/>
                </a:cubicBezTo>
                <a:cubicBezTo>
                  <a:pt x="1972767" y="22622"/>
                  <a:pt x="1990924" y="22027"/>
                  <a:pt x="2003227" y="22027"/>
                </a:cubicBezTo>
                <a:cubicBezTo>
                  <a:pt x="2014736" y="22027"/>
                  <a:pt x="2020491" y="26392"/>
                  <a:pt x="2020491" y="35124"/>
                </a:cubicBezTo>
                <a:cubicBezTo>
                  <a:pt x="2020491" y="77589"/>
                  <a:pt x="2018209" y="141288"/>
                  <a:pt x="2013645" y="226219"/>
                </a:cubicBezTo>
                <a:cubicBezTo>
                  <a:pt x="2009081" y="311150"/>
                  <a:pt x="2006799" y="374849"/>
                  <a:pt x="2006799" y="417314"/>
                </a:cubicBezTo>
                <a:cubicBezTo>
                  <a:pt x="2006799" y="464145"/>
                  <a:pt x="2007990" y="534591"/>
                  <a:pt x="2010371" y="628650"/>
                </a:cubicBezTo>
                <a:cubicBezTo>
                  <a:pt x="2012752" y="722710"/>
                  <a:pt x="2013943" y="793155"/>
                  <a:pt x="2013943" y="839986"/>
                </a:cubicBezTo>
                <a:cubicBezTo>
                  <a:pt x="2013943" y="847924"/>
                  <a:pt x="2012157" y="852884"/>
                  <a:pt x="2008585" y="854869"/>
                </a:cubicBezTo>
                <a:cubicBezTo>
                  <a:pt x="2007791" y="855266"/>
                  <a:pt x="2002632" y="856060"/>
                  <a:pt x="1993107" y="857250"/>
                </a:cubicBezTo>
                <a:cubicBezTo>
                  <a:pt x="1967310" y="860425"/>
                  <a:pt x="1932782" y="862013"/>
                  <a:pt x="1889522" y="862013"/>
                </a:cubicBezTo>
                <a:cubicBezTo>
                  <a:pt x="1831579" y="862013"/>
                  <a:pt x="1794669" y="860425"/>
                  <a:pt x="1778794" y="857250"/>
                </a:cubicBezTo>
                <a:cubicBezTo>
                  <a:pt x="1773040" y="856060"/>
                  <a:pt x="1768724" y="853926"/>
                  <a:pt x="1765846" y="850851"/>
                </a:cubicBezTo>
                <a:lnTo>
                  <a:pt x="1761627" y="839065"/>
                </a:lnTo>
                <a:lnTo>
                  <a:pt x="1761865" y="835819"/>
                </a:lnTo>
                <a:cubicBezTo>
                  <a:pt x="1762535" y="825103"/>
                  <a:pt x="1764209" y="791171"/>
                  <a:pt x="1766888" y="734021"/>
                </a:cubicBezTo>
                <a:cubicBezTo>
                  <a:pt x="1774032" y="573286"/>
                  <a:pt x="1777604" y="467717"/>
                  <a:pt x="1777604" y="417314"/>
                </a:cubicBezTo>
                <a:cubicBezTo>
                  <a:pt x="1777604" y="374849"/>
                  <a:pt x="1776215" y="311150"/>
                  <a:pt x="1773436" y="226219"/>
                </a:cubicBezTo>
                <a:cubicBezTo>
                  <a:pt x="1770658" y="141288"/>
                  <a:pt x="1769269" y="77589"/>
                  <a:pt x="1769269" y="35124"/>
                </a:cubicBezTo>
                <a:cubicBezTo>
                  <a:pt x="1769269" y="26392"/>
                  <a:pt x="1773833" y="22027"/>
                  <a:pt x="1782962" y="22027"/>
                </a:cubicBezTo>
                <a:close/>
                <a:moveTo>
                  <a:pt x="945952" y="22027"/>
                </a:moveTo>
                <a:cubicBezTo>
                  <a:pt x="970161" y="22027"/>
                  <a:pt x="1006773" y="23019"/>
                  <a:pt x="1055787" y="25003"/>
                </a:cubicBezTo>
                <a:cubicBezTo>
                  <a:pt x="1104801" y="26988"/>
                  <a:pt x="1141413" y="27980"/>
                  <a:pt x="1165622" y="27980"/>
                </a:cubicBezTo>
                <a:cubicBezTo>
                  <a:pt x="1175544" y="27980"/>
                  <a:pt x="1180505" y="32345"/>
                  <a:pt x="1180505" y="41077"/>
                </a:cubicBezTo>
                <a:cubicBezTo>
                  <a:pt x="1180505" y="93464"/>
                  <a:pt x="1178818" y="171946"/>
                  <a:pt x="1175445" y="276523"/>
                </a:cubicBezTo>
                <a:cubicBezTo>
                  <a:pt x="1172072" y="381099"/>
                  <a:pt x="1170385" y="459581"/>
                  <a:pt x="1170385" y="511969"/>
                </a:cubicBezTo>
                <a:cubicBezTo>
                  <a:pt x="1170385" y="574278"/>
                  <a:pt x="1176933" y="616347"/>
                  <a:pt x="1190030" y="638175"/>
                </a:cubicBezTo>
                <a:cubicBezTo>
                  <a:pt x="1207493" y="667941"/>
                  <a:pt x="1244005" y="682824"/>
                  <a:pt x="1299568" y="682824"/>
                </a:cubicBezTo>
                <a:cubicBezTo>
                  <a:pt x="1380927" y="682824"/>
                  <a:pt x="1421607" y="643335"/>
                  <a:pt x="1421607" y="564356"/>
                </a:cubicBezTo>
                <a:cubicBezTo>
                  <a:pt x="1421607" y="506810"/>
                  <a:pt x="1420218" y="420489"/>
                  <a:pt x="1417439" y="305395"/>
                </a:cubicBezTo>
                <a:cubicBezTo>
                  <a:pt x="1414661" y="190302"/>
                  <a:pt x="1413272" y="103981"/>
                  <a:pt x="1413272" y="46434"/>
                </a:cubicBezTo>
                <a:cubicBezTo>
                  <a:pt x="1413272" y="34131"/>
                  <a:pt x="1418233" y="27980"/>
                  <a:pt x="1428155" y="27980"/>
                </a:cubicBezTo>
                <a:cubicBezTo>
                  <a:pt x="1451571" y="27980"/>
                  <a:pt x="1486893" y="26988"/>
                  <a:pt x="1534121" y="25003"/>
                </a:cubicBezTo>
                <a:cubicBezTo>
                  <a:pt x="1581349" y="23019"/>
                  <a:pt x="1616671" y="22027"/>
                  <a:pt x="1640087" y="22027"/>
                </a:cubicBezTo>
                <a:cubicBezTo>
                  <a:pt x="1651596" y="22027"/>
                  <a:pt x="1657350" y="26789"/>
                  <a:pt x="1657350" y="36314"/>
                </a:cubicBezTo>
                <a:cubicBezTo>
                  <a:pt x="1657350" y="81955"/>
                  <a:pt x="1655465" y="150813"/>
                  <a:pt x="1651695" y="242888"/>
                </a:cubicBezTo>
                <a:cubicBezTo>
                  <a:pt x="1647925" y="334963"/>
                  <a:pt x="1646040" y="404019"/>
                  <a:pt x="1646040" y="450056"/>
                </a:cubicBezTo>
                <a:cubicBezTo>
                  <a:pt x="1646040" y="462756"/>
                  <a:pt x="1646238" y="481906"/>
                  <a:pt x="1646635" y="507504"/>
                </a:cubicBezTo>
                <a:cubicBezTo>
                  <a:pt x="1647032" y="533103"/>
                  <a:pt x="1647230" y="552252"/>
                  <a:pt x="1647230" y="564952"/>
                </a:cubicBezTo>
                <a:cubicBezTo>
                  <a:pt x="1647230" y="666155"/>
                  <a:pt x="1635125" y="735211"/>
                  <a:pt x="1610916" y="772121"/>
                </a:cubicBezTo>
                <a:cubicBezTo>
                  <a:pt x="1566466" y="839589"/>
                  <a:pt x="1455540" y="873324"/>
                  <a:pt x="1278137" y="873324"/>
                </a:cubicBezTo>
                <a:cubicBezTo>
                  <a:pt x="1197968" y="873324"/>
                  <a:pt x="1136254" y="867172"/>
                  <a:pt x="1092994" y="854869"/>
                </a:cubicBezTo>
                <a:cubicBezTo>
                  <a:pt x="1023938" y="835025"/>
                  <a:pt x="979091" y="797124"/>
                  <a:pt x="958454" y="741164"/>
                </a:cubicBezTo>
                <a:cubicBezTo>
                  <a:pt x="948135" y="713780"/>
                  <a:pt x="942975" y="664964"/>
                  <a:pt x="942975" y="594717"/>
                </a:cubicBezTo>
                <a:cubicBezTo>
                  <a:pt x="942975" y="578445"/>
                  <a:pt x="943571" y="554236"/>
                  <a:pt x="944761" y="522089"/>
                </a:cubicBezTo>
                <a:cubicBezTo>
                  <a:pt x="945952" y="489942"/>
                  <a:pt x="946547" y="465931"/>
                  <a:pt x="946547" y="450056"/>
                </a:cubicBezTo>
                <a:cubicBezTo>
                  <a:pt x="946547" y="404019"/>
                  <a:pt x="944365" y="334963"/>
                  <a:pt x="939999" y="242888"/>
                </a:cubicBezTo>
                <a:cubicBezTo>
                  <a:pt x="935633" y="150813"/>
                  <a:pt x="933450" y="81955"/>
                  <a:pt x="933450" y="36314"/>
                </a:cubicBezTo>
                <a:cubicBezTo>
                  <a:pt x="933450" y="26789"/>
                  <a:pt x="937618" y="22027"/>
                  <a:pt x="945952" y="22027"/>
                </a:cubicBezTo>
                <a:close/>
                <a:moveTo>
                  <a:pt x="2503885" y="18455"/>
                </a:moveTo>
                <a:cubicBezTo>
                  <a:pt x="2594372" y="18455"/>
                  <a:pt x="2668191" y="38894"/>
                  <a:pt x="2725341" y="79772"/>
                </a:cubicBezTo>
                <a:cubicBezTo>
                  <a:pt x="2790031" y="125809"/>
                  <a:pt x="2822377" y="192286"/>
                  <a:pt x="2822377" y="279202"/>
                </a:cubicBezTo>
                <a:cubicBezTo>
                  <a:pt x="2822377" y="337145"/>
                  <a:pt x="2814042" y="383381"/>
                  <a:pt x="2797374" y="417910"/>
                </a:cubicBezTo>
                <a:cubicBezTo>
                  <a:pt x="2780705" y="452438"/>
                  <a:pt x="2749947" y="485974"/>
                  <a:pt x="2705100" y="518517"/>
                </a:cubicBezTo>
                <a:cubicBezTo>
                  <a:pt x="2695972" y="524867"/>
                  <a:pt x="2691408" y="530820"/>
                  <a:pt x="2691408" y="536377"/>
                </a:cubicBezTo>
                <a:cubicBezTo>
                  <a:pt x="2691408" y="535980"/>
                  <a:pt x="2715617" y="585788"/>
                  <a:pt x="2764036" y="685800"/>
                </a:cubicBezTo>
                <a:cubicBezTo>
                  <a:pt x="2812455" y="785813"/>
                  <a:pt x="2836664" y="840978"/>
                  <a:pt x="2836664" y="851297"/>
                </a:cubicBezTo>
                <a:cubicBezTo>
                  <a:pt x="2836664" y="854075"/>
                  <a:pt x="2832696" y="856060"/>
                  <a:pt x="2824758" y="857250"/>
                </a:cubicBezTo>
                <a:cubicBezTo>
                  <a:pt x="2809677" y="859631"/>
                  <a:pt x="2771775" y="860822"/>
                  <a:pt x="2711053" y="860822"/>
                </a:cubicBezTo>
                <a:cubicBezTo>
                  <a:pt x="2659063" y="860822"/>
                  <a:pt x="2623741" y="859631"/>
                  <a:pt x="2605088" y="857250"/>
                </a:cubicBezTo>
                <a:cubicBezTo>
                  <a:pt x="2596357" y="856060"/>
                  <a:pt x="2591396" y="855067"/>
                  <a:pt x="2590205" y="854274"/>
                </a:cubicBezTo>
                <a:cubicBezTo>
                  <a:pt x="2587824" y="853083"/>
                  <a:pt x="2585046" y="849114"/>
                  <a:pt x="2581871" y="842367"/>
                </a:cubicBezTo>
                <a:cubicBezTo>
                  <a:pt x="2575917" y="826889"/>
                  <a:pt x="2567186" y="803870"/>
                  <a:pt x="2555677" y="773311"/>
                </a:cubicBezTo>
                <a:cubicBezTo>
                  <a:pt x="2540199" y="733624"/>
                  <a:pt x="2515989" y="675085"/>
                  <a:pt x="2483049" y="597694"/>
                </a:cubicBezTo>
                <a:cubicBezTo>
                  <a:pt x="2475905" y="582216"/>
                  <a:pt x="2459435" y="573683"/>
                  <a:pt x="2433638" y="572095"/>
                </a:cubicBezTo>
                <a:cubicBezTo>
                  <a:pt x="2445544" y="572889"/>
                  <a:pt x="2425105" y="573286"/>
                  <a:pt x="2372321" y="573286"/>
                </a:cubicBezTo>
                <a:cubicBezTo>
                  <a:pt x="2366367" y="573286"/>
                  <a:pt x="2363391" y="583406"/>
                  <a:pt x="2363391" y="603647"/>
                </a:cubicBezTo>
                <a:cubicBezTo>
                  <a:pt x="2363391" y="630635"/>
                  <a:pt x="2365872" y="670917"/>
                  <a:pt x="2370833" y="724496"/>
                </a:cubicBezTo>
                <a:cubicBezTo>
                  <a:pt x="2375793" y="778074"/>
                  <a:pt x="2378274" y="818356"/>
                  <a:pt x="2378274" y="845344"/>
                </a:cubicBezTo>
                <a:cubicBezTo>
                  <a:pt x="2378274" y="852091"/>
                  <a:pt x="2376488" y="856060"/>
                  <a:pt x="2372916" y="857250"/>
                </a:cubicBezTo>
                <a:cubicBezTo>
                  <a:pt x="2367360" y="857647"/>
                  <a:pt x="2361803" y="858044"/>
                  <a:pt x="2356247" y="858441"/>
                </a:cubicBezTo>
                <a:cubicBezTo>
                  <a:pt x="2332832" y="860028"/>
                  <a:pt x="2296319" y="860822"/>
                  <a:pt x="2246710" y="860822"/>
                </a:cubicBezTo>
                <a:cubicBezTo>
                  <a:pt x="2189957" y="860822"/>
                  <a:pt x="2155825" y="859631"/>
                  <a:pt x="2144316" y="857250"/>
                </a:cubicBezTo>
                <a:cubicBezTo>
                  <a:pt x="2132807" y="854869"/>
                  <a:pt x="2127052" y="848717"/>
                  <a:pt x="2127052" y="838796"/>
                </a:cubicBezTo>
                <a:cubicBezTo>
                  <a:pt x="2127052" y="795139"/>
                  <a:pt x="2129136" y="729258"/>
                  <a:pt x="2133303" y="641152"/>
                </a:cubicBezTo>
                <a:cubicBezTo>
                  <a:pt x="2137470" y="553045"/>
                  <a:pt x="2139553" y="486966"/>
                  <a:pt x="2139553" y="442913"/>
                </a:cubicBezTo>
                <a:cubicBezTo>
                  <a:pt x="2139553" y="275035"/>
                  <a:pt x="2135783" y="144066"/>
                  <a:pt x="2128243" y="50006"/>
                </a:cubicBezTo>
                <a:lnTo>
                  <a:pt x="2127647" y="41672"/>
                </a:lnTo>
                <a:cubicBezTo>
                  <a:pt x="2127250" y="34925"/>
                  <a:pt x="2133501" y="30361"/>
                  <a:pt x="2146400" y="27980"/>
                </a:cubicBezTo>
                <a:cubicBezTo>
                  <a:pt x="2159298" y="25599"/>
                  <a:pt x="2219921" y="23217"/>
                  <a:pt x="2328268" y="20836"/>
                </a:cubicBezTo>
                <a:cubicBezTo>
                  <a:pt x="2401689" y="19249"/>
                  <a:pt x="2460228" y="18455"/>
                  <a:pt x="2503885" y="18455"/>
                </a:cubicBezTo>
                <a:close/>
                <a:moveTo>
                  <a:pt x="424458" y="0"/>
                </a:moveTo>
                <a:cubicBezTo>
                  <a:pt x="546299" y="0"/>
                  <a:pt x="647899" y="43259"/>
                  <a:pt x="729258" y="129778"/>
                </a:cubicBezTo>
                <a:cubicBezTo>
                  <a:pt x="809030" y="214313"/>
                  <a:pt x="848916" y="317897"/>
                  <a:pt x="848916" y="440531"/>
                </a:cubicBezTo>
                <a:cubicBezTo>
                  <a:pt x="848916" y="546100"/>
                  <a:pt x="820143" y="636985"/>
                  <a:pt x="762596" y="713185"/>
                </a:cubicBezTo>
                <a:cubicBezTo>
                  <a:pt x="703858" y="791369"/>
                  <a:pt x="623689" y="841375"/>
                  <a:pt x="522090" y="863203"/>
                </a:cubicBezTo>
                <a:cubicBezTo>
                  <a:pt x="541933" y="903685"/>
                  <a:pt x="571500" y="940792"/>
                  <a:pt x="610791" y="974527"/>
                </a:cubicBezTo>
                <a:cubicBezTo>
                  <a:pt x="614363" y="977305"/>
                  <a:pt x="616149" y="979885"/>
                  <a:pt x="616149" y="982266"/>
                </a:cubicBezTo>
                <a:cubicBezTo>
                  <a:pt x="616149" y="998141"/>
                  <a:pt x="567333" y="1006078"/>
                  <a:pt x="469702" y="1006078"/>
                </a:cubicBezTo>
                <a:cubicBezTo>
                  <a:pt x="397868" y="1006078"/>
                  <a:pt x="353616" y="1003300"/>
                  <a:pt x="336947" y="997744"/>
                </a:cubicBezTo>
                <a:cubicBezTo>
                  <a:pt x="327819" y="994569"/>
                  <a:pt x="322064" y="987227"/>
                  <a:pt x="319683" y="975717"/>
                </a:cubicBezTo>
                <a:cubicBezTo>
                  <a:pt x="314921" y="952699"/>
                  <a:pt x="313333" y="914400"/>
                  <a:pt x="314921" y="860822"/>
                </a:cubicBezTo>
                <a:cubicBezTo>
                  <a:pt x="217686" y="836613"/>
                  <a:pt x="140494" y="785416"/>
                  <a:pt x="83344" y="707231"/>
                </a:cubicBezTo>
                <a:cubicBezTo>
                  <a:pt x="27782" y="631428"/>
                  <a:pt x="0" y="542528"/>
                  <a:pt x="0" y="440531"/>
                </a:cubicBezTo>
                <a:cubicBezTo>
                  <a:pt x="0" y="317103"/>
                  <a:pt x="39688" y="213320"/>
                  <a:pt x="119063" y="129183"/>
                </a:cubicBezTo>
                <a:cubicBezTo>
                  <a:pt x="200025" y="43061"/>
                  <a:pt x="301824" y="0"/>
                  <a:pt x="42445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4572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pic>
        <p:nvPicPr>
          <p:cNvPr id="37" name="Grafik 36">
            <a:extLst>
              <a:ext uri="{FF2B5EF4-FFF2-40B4-BE49-F238E27FC236}">
                <a16:creationId xmlns:a16="http://schemas.microsoft.com/office/drawing/2014/main" id="{66189ADD-11BB-70F9-9C9E-F50466002C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8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4419600" y="3279861"/>
            <a:ext cx="3352800" cy="1072896"/>
          </a:xfrm>
          <a:prstGeom prst="rect">
            <a:avLst/>
          </a:prstGeom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3600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A2E8D-A5F5-7DAF-E1A9-FA085A295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07797C-4939-278F-184A-67B97C7B8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0"/>
            <a:ext cx="10515600" cy="1325563"/>
          </a:xfrm>
        </p:spPr>
        <p:txBody>
          <a:bodyPr/>
          <a:lstStyle/>
          <a:p>
            <a:r>
              <a:rPr lang="de-DE" dirty="0"/>
              <a:t>Game – 0</a:t>
            </a:r>
          </a:p>
        </p:txBody>
      </p:sp>
    </p:spTree>
    <p:extLst>
      <p:ext uri="{BB962C8B-B14F-4D97-AF65-F5344CB8AC3E}">
        <p14:creationId xmlns:p14="http://schemas.microsoft.com/office/powerpoint/2010/main" val="3069539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D2673-353E-A7CD-9246-B116395A7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1C3369A1-D068-95C0-F260-221D0FA11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9000" contras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891229">
            <a:off x="7232819" y="1729160"/>
            <a:ext cx="3426248" cy="3399678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886DEC2-E22A-0059-F6B5-0543C669D7D9}"/>
              </a:ext>
            </a:extLst>
          </p:cNvPr>
          <p:cNvGrpSpPr/>
          <p:nvPr/>
        </p:nvGrpSpPr>
        <p:grpSpPr>
          <a:xfrm>
            <a:off x="8098364" y="2252598"/>
            <a:ext cx="1663722" cy="2272724"/>
            <a:chOff x="8098364" y="2252598"/>
            <a:chExt cx="1663722" cy="2272724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86E80FD0-ECCA-A6B1-41D6-99E238C2D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33759" y="2332678"/>
              <a:ext cx="1355435" cy="2136381"/>
            </a:xfrm>
            <a:prstGeom prst="rect">
              <a:avLst/>
            </a:prstGeom>
          </p:spPr>
        </p:pic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6559D353-7D24-0463-1ABF-917196CEE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98364" y="2252598"/>
              <a:ext cx="1663722" cy="2272724"/>
            </a:xfrm>
            <a:prstGeom prst="rect">
              <a:avLst/>
            </a:prstGeom>
          </p:spPr>
        </p:pic>
      </p:grpSp>
      <p:pic>
        <p:nvPicPr>
          <p:cNvPr id="31" name="Grafik 30">
            <a:extLst>
              <a:ext uri="{FF2B5EF4-FFF2-40B4-BE49-F238E27FC236}">
                <a16:creationId xmlns:a16="http://schemas.microsoft.com/office/drawing/2014/main" id="{06DE82F1-7BA9-FCF2-ABED-EEE1A9CEDA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2797" y="5633219"/>
            <a:ext cx="1594855" cy="2423123"/>
          </a:xfrm>
          <a:prstGeom prst="rect">
            <a:avLst/>
          </a:prstGeom>
        </p:spPr>
      </p:pic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CC90E60A-685F-B41C-008F-A715A99FF533}"/>
              </a:ext>
            </a:extLst>
          </p:cNvPr>
          <p:cNvSpPr/>
          <p:nvPr/>
        </p:nvSpPr>
        <p:spPr>
          <a:xfrm rot="10800000">
            <a:off x="7545455" y="4607460"/>
            <a:ext cx="2511287" cy="2250540"/>
          </a:xfrm>
          <a:custGeom>
            <a:avLst/>
            <a:gdLst>
              <a:gd name="csX0" fmla="*/ 1239079 w 2511287"/>
              <a:gd name="csY0" fmla="*/ 1119808 h 2199860"/>
              <a:gd name="csX1" fmla="*/ 2179983 w 2511287"/>
              <a:gd name="csY1" fmla="*/ 2146852 h 2199860"/>
              <a:gd name="csX2" fmla="*/ 2511287 w 2511287"/>
              <a:gd name="csY2" fmla="*/ 1888434 h 2199860"/>
              <a:gd name="csX3" fmla="*/ 2491409 w 2511287"/>
              <a:gd name="csY3" fmla="*/ 0 h 2199860"/>
              <a:gd name="csX4" fmla="*/ 0 w 2511287"/>
              <a:gd name="csY4" fmla="*/ 0 h 2199860"/>
              <a:gd name="csX5" fmla="*/ 0 w 2511287"/>
              <a:gd name="csY5" fmla="*/ 1875182 h 2199860"/>
              <a:gd name="csX6" fmla="*/ 278296 w 2511287"/>
              <a:gd name="csY6" fmla="*/ 2199860 h 2199860"/>
              <a:gd name="csX7" fmla="*/ 1239079 w 2511287"/>
              <a:gd name="csY7" fmla="*/ 1119808 h 2199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511287" h="2199860">
                <a:moveTo>
                  <a:pt x="1239079" y="1119808"/>
                </a:moveTo>
                <a:lnTo>
                  <a:pt x="2179983" y="2146852"/>
                </a:lnTo>
                <a:lnTo>
                  <a:pt x="2511287" y="1888434"/>
                </a:lnTo>
                <a:lnTo>
                  <a:pt x="2491409" y="0"/>
                </a:lnTo>
                <a:lnTo>
                  <a:pt x="0" y="0"/>
                </a:lnTo>
                <a:lnTo>
                  <a:pt x="0" y="1875182"/>
                </a:lnTo>
                <a:lnTo>
                  <a:pt x="278296" y="2199860"/>
                </a:lnTo>
                <a:lnTo>
                  <a:pt x="1239079" y="111980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80CD841-C9FC-18F3-75A9-87E7C9A529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0115" y="4569999"/>
            <a:ext cx="1921971" cy="1193645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9A63E45D-5C6C-F104-E55F-86A2F40800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" y="0"/>
            <a:ext cx="7276407" cy="6858000"/>
          </a:xfrm>
          <a:prstGeom prst="rect">
            <a:avLst/>
          </a:prstGeom>
        </p:spPr>
      </p:pic>
      <p:sp>
        <p:nvSpPr>
          <p:cNvPr id="41" name="Textfeld 40">
            <a:extLst>
              <a:ext uri="{FF2B5EF4-FFF2-40B4-BE49-F238E27FC236}">
                <a16:creationId xmlns:a16="http://schemas.microsoft.com/office/drawing/2014/main" id="{7A12AE33-E18E-F69D-E22D-49BC81BD6E3B}"/>
              </a:ext>
            </a:extLst>
          </p:cNvPr>
          <p:cNvSpPr txBox="1"/>
          <p:nvPr/>
        </p:nvSpPr>
        <p:spPr>
          <a:xfrm>
            <a:off x="327585" y="131404"/>
            <a:ext cx="62050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0" dirty="0">
                <a:latin typeface="Berlin Sans FB Demi" panose="020E0802020502020306" pitchFamily="34" charset="0"/>
              </a:rPr>
              <a:t>INFOS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7410E1B1-033D-69E9-3026-88C1C2800CB0}"/>
              </a:ext>
            </a:extLst>
          </p:cNvPr>
          <p:cNvSpPr txBox="1"/>
          <p:nvPr/>
        </p:nvSpPr>
        <p:spPr>
          <a:xfrm>
            <a:off x="361610" y="1586247"/>
            <a:ext cx="46386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 err="1">
                <a:latin typeface="Abadi" panose="020B0604020104020204" pitchFamily="34" charset="0"/>
              </a:rPr>
              <a:t>Lorem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 err="1">
                <a:latin typeface="Abadi" panose="020B0604020104020204" pitchFamily="34" charset="0"/>
              </a:rPr>
              <a:t>ipsum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 err="1">
                <a:latin typeface="Abadi" panose="020B0604020104020204" pitchFamily="34" charset="0"/>
              </a:rPr>
              <a:t>dolor</a:t>
            </a:r>
            <a:endParaRPr lang="de-DE" sz="3200" dirty="0">
              <a:latin typeface="Abadi" panose="020B0604020104020204" pitchFamily="34" charset="0"/>
            </a:endParaRPr>
          </a:p>
          <a:p>
            <a:r>
              <a:rPr lang="de-DE" sz="3200" dirty="0" err="1">
                <a:latin typeface="Abadi" panose="020B0604020104020204" pitchFamily="34" charset="0"/>
              </a:rPr>
              <a:t>set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 err="1">
                <a:latin typeface="Abadi" panose="020B0604020104020204" pitchFamily="34" charset="0"/>
              </a:rPr>
              <a:t>amet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>
                <a:latin typeface="Abadi" panose="020B0604020104020204" pitchFamily="34" charset="0"/>
              </a:rPr>
              <a:t>…</a:t>
            </a:r>
          </a:p>
        </p:txBody>
      </p:sp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7C654804-D13F-5AB0-5C45-98CBD902DF70}"/>
              </a:ext>
            </a:extLst>
          </p:cNvPr>
          <p:cNvSpPr/>
          <p:nvPr/>
        </p:nvSpPr>
        <p:spPr>
          <a:xfrm>
            <a:off x="7600121" y="0"/>
            <a:ext cx="2511287" cy="2288001"/>
          </a:xfrm>
          <a:custGeom>
            <a:avLst/>
            <a:gdLst>
              <a:gd name="csX0" fmla="*/ 1239079 w 2511287"/>
              <a:gd name="csY0" fmla="*/ 1119808 h 2199860"/>
              <a:gd name="csX1" fmla="*/ 2179983 w 2511287"/>
              <a:gd name="csY1" fmla="*/ 2146852 h 2199860"/>
              <a:gd name="csX2" fmla="*/ 2511287 w 2511287"/>
              <a:gd name="csY2" fmla="*/ 1888434 h 2199860"/>
              <a:gd name="csX3" fmla="*/ 2491409 w 2511287"/>
              <a:gd name="csY3" fmla="*/ 0 h 2199860"/>
              <a:gd name="csX4" fmla="*/ 0 w 2511287"/>
              <a:gd name="csY4" fmla="*/ 0 h 2199860"/>
              <a:gd name="csX5" fmla="*/ 0 w 2511287"/>
              <a:gd name="csY5" fmla="*/ 1875182 h 2199860"/>
              <a:gd name="csX6" fmla="*/ 278296 w 2511287"/>
              <a:gd name="csY6" fmla="*/ 2199860 h 2199860"/>
              <a:gd name="csX7" fmla="*/ 1239079 w 2511287"/>
              <a:gd name="csY7" fmla="*/ 1119808 h 2199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511287" h="2199860">
                <a:moveTo>
                  <a:pt x="1239079" y="1119808"/>
                </a:moveTo>
                <a:lnTo>
                  <a:pt x="2179983" y="2146852"/>
                </a:lnTo>
                <a:lnTo>
                  <a:pt x="2511287" y="1888434"/>
                </a:lnTo>
                <a:lnTo>
                  <a:pt x="2491409" y="0"/>
                </a:lnTo>
                <a:lnTo>
                  <a:pt x="0" y="0"/>
                </a:lnTo>
                <a:lnTo>
                  <a:pt x="0" y="1875182"/>
                </a:lnTo>
                <a:lnTo>
                  <a:pt x="278296" y="2199860"/>
                </a:lnTo>
                <a:lnTo>
                  <a:pt x="1239079" y="111980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4E578C5-A95E-9B96-6264-A2C74AFAC0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0114" y="1094356"/>
            <a:ext cx="1921972" cy="115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83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5A2228-CD4C-E42C-5B21-4F46810C5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35786D43-75CA-2570-ED86-C93C129B0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9000" contras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891229">
            <a:off x="7232819" y="1729160"/>
            <a:ext cx="3426248" cy="3399678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2B0BB7E9-5D87-9060-5C9D-CA7874248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2797" y="5633219"/>
            <a:ext cx="1594855" cy="2423123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F68EE1AD-C161-9AD2-E527-548958C5B7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" y="0"/>
            <a:ext cx="7276407" cy="6858000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D2822BAD-C630-0399-B16E-EF4A9FDA9A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2091" y="5481275"/>
            <a:ext cx="605561" cy="72214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C6945E3-3FCF-112C-144C-37FA6C16F34F}"/>
              </a:ext>
            </a:extLst>
          </p:cNvPr>
          <p:cNvSpPr txBox="1"/>
          <p:nvPr/>
        </p:nvSpPr>
        <p:spPr>
          <a:xfrm>
            <a:off x="327585" y="131404"/>
            <a:ext cx="62050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0" dirty="0">
                <a:latin typeface="Berlin Sans FB Demi" panose="020E0802020502020306" pitchFamily="34" charset="0"/>
              </a:rPr>
              <a:t>INFOS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0F83A84-3FEC-9A76-B817-B378C34BB5AA}"/>
              </a:ext>
            </a:extLst>
          </p:cNvPr>
          <p:cNvSpPr txBox="1"/>
          <p:nvPr/>
        </p:nvSpPr>
        <p:spPr>
          <a:xfrm>
            <a:off x="361610" y="1586247"/>
            <a:ext cx="46386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 err="1">
                <a:latin typeface="Abadi" panose="020B0604020104020204" pitchFamily="34" charset="0"/>
              </a:rPr>
              <a:t>Lorem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 err="1">
                <a:latin typeface="Abadi" panose="020B0604020104020204" pitchFamily="34" charset="0"/>
              </a:rPr>
              <a:t>ipsum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 err="1">
                <a:latin typeface="Abadi" panose="020B0604020104020204" pitchFamily="34" charset="0"/>
              </a:rPr>
              <a:t>dolor</a:t>
            </a:r>
            <a:endParaRPr lang="de-DE" sz="3200" dirty="0">
              <a:latin typeface="Abadi" panose="020B0604020104020204" pitchFamily="34" charset="0"/>
            </a:endParaRPr>
          </a:p>
          <a:p>
            <a:r>
              <a:rPr lang="de-DE" sz="3200" dirty="0" err="1">
                <a:latin typeface="Abadi" panose="020B0604020104020204" pitchFamily="34" charset="0"/>
              </a:rPr>
              <a:t>set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 err="1">
                <a:latin typeface="Abadi" panose="020B0604020104020204" pitchFamily="34" charset="0"/>
              </a:rPr>
              <a:t>amet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>
                <a:latin typeface="Abadi" panose="020B0604020104020204" pitchFamily="34" charset="0"/>
              </a:rPr>
              <a:t>…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76C28CB-C804-64E4-F80E-CBA7B829140D}"/>
              </a:ext>
            </a:extLst>
          </p:cNvPr>
          <p:cNvGrpSpPr/>
          <p:nvPr/>
        </p:nvGrpSpPr>
        <p:grpSpPr>
          <a:xfrm>
            <a:off x="8098364" y="2252598"/>
            <a:ext cx="1663722" cy="2272724"/>
            <a:chOff x="8098364" y="2252598"/>
            <a:chExt cx="1663722" cy="2272724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93B60CC3-21FD-325E-1B85-1EFBB0ED99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33759" y="2332678"/>
              <a:ext cx="1355435" cy="2136381"/>
            </a:xfrm>
            <a:prstGeom prst="rect">
              <a:avLst/>
            </a:prstGeom>
          </p:spPr>
        </p:pic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2E54A075-9869-64FA-49BB-00FB0AE09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98364" y="2252598"/>
              <a:ext cx="1663722" cy="2272724"/>
            </a:xfrm>
            <a:prstGeom prst="rect">
              <a:avLst/>
            </a:prstGeom>
          </p:spPr>
        </p:pic>
      </p:grpSp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B2B14330-055C-18FC-AF18-F96EE3893F0E}"/>
              </a:ext>
            </a:extLst>
          </p:cNvPr>
          <p:cNvSpPr/>
          <p:nvPr/>
        </p:nvSpPr>
        <p:spPr>
          <a:xfrm>
            <a:off x="7600121" y="0"/>
            <a:ext cx="2511287" cy="2288001"/>
          </a:xfrm>
          <a:custGeom>
            <a:avLst/>
            <a:gdLst>
              <a:gd name="csX0" fmla="*/ 1239079 w 2511287"/>
              <a:gd name="csY0" fmla="*/ 1119808 h 2199860"/>
              <a:gd name="csX1" fmla="*/ 2179983 w 2511287"/>
              <a:gd name="csY1" fmla="*/ 2146852 h 2199860"/>
              <a:gd name="csX2" fmla="*/ 2511287 w 2511287"/>
              <a:gd name="csY2" fmla="*/ 1888434 h 2199860"/>
              <a:gd name="csX3" fmla="*/ 2491409 w 2511287"/>
              <a:gd name="csY3" fmla="*/ 0 h 2199860"/>
              <a:gd name="csX4" fmla="*/ 0 w 2511287"/>
              <a:gd name="csY4" fmla="*/ 0 h 2199860"/>
              <a:gd name="csX5" fmla="*/ 0 w 2511287"/>
              <a:gd name="csY5" fmla="*/ 1875182 h 2199860"/>
              <a:gd name="csX6" fmla="*/ 278296 w 2511287"/>
              <a:gd name="csY6" fmla="*/ 2199860 h 2199860"/>
              <a:gd name="csX7" fmla="*/ 1239079 w 2511287"/>
              <a:gd name="csY7" fmla="*/ 1119808 h 2199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511287" h="2199860">
                <a:moveTo>
                  <a:pt x="1239079" y="1119808"/>
                </a:moveTo>
                <a:lnTo>
                  <a:pt x="2179983" y="2146852"/>
                </a:lnTo>
                <a:lnTo>
                  <a:pt x="2511287" y="1888434"/>
                </a:lnTo>
                <a:lnTo>
                  <a:pt x="2491409" y="0"/>
                </a:lnTo>
                <a:lnTo>
                  <a:pt x="0" y="0"/>
                </a:lnTo>
                <a:lnTo>
                  <a:pt x="0" y="1875182"/>
                </a:lnTo>
                <a:lnTo>
                  <a:pt x="278296" y="2199860"/>
                </a:lnTo>
                <a:lnTo>
                  <a:pt x="1239079" y="111980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6594198-F18B-765A-3DD2-37DB6E962E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0114" y="1094356"/>
            <a:ext cx="1921972" cy="1158242"/>
          </a:xfrm>
          <a:prstGeom prst="rect">
            <a:avLst/>
          </a:prstGeom>
        </p:spPr>
      </p:pic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3335E33F-80C7-C92F-7D8D-D53D813D18EE}"/>
              </a:ext>
            </a:extLst>
          </p:cNvPr>
          <p:cNvSpPr/>
          <p:nvPr/>
        </p:nvSpPr>
        <p:spPr>
          <a:xfrm rot="10800000">
            <a:off x="7545455" y="4607460"/>
            <a:ext cx="2511287" cy="2250540"/>
          </a:xfrm>
          <a:custGeom>
            <a:avLst/>
            <a:gdLst>
              <a:gd name="csX0" fmla="*/ 1239079 w 2511287"/>
              <a:gd name="csY0" fmla="*/ 1119808 h 2199860"/>
              <a:gd name="csX1" fmla="*/ 2179983 w 2511287"/>
              <a:gd name="csY1" fmla="*/ 2146852 h 2199860"/>
              <a:gd name="csX2" fmla="*/ 2511287 w 2511287"/>
              <a:gd name="csY2" fmla="*/ 1888434 h 2199860"/>
              <a:gd name="csX3" fmla="*/ 2491409 w 2511287"/>
              <a:gd name="csY3" fmla="*/ 0 h 2199860"/>
              <a:gd name="csX4" fmla="*/ 0 w 2511287"/>
              <a:gd name="csY4" fmla="*/ 0 h 2199860"/>
              <a:gd name="csX5" fmla="*/ 0 w 2511287"/>
              <a:gd name="csY5" fmla="*/ 1875182 h 2199860"/>
              <a:gd name="csX6" fmla="*/ 278296 w 2511287"/>
              <a:gd name="csY6" fmla="*/ 2199860 h 2199860"/>
              <a:gd name="csX7" fmla="*/ 1239079 w 2511287"/>
              <a:gd name="csY7" fmla="*/ 1119808 h 2199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511287" h="2199860">
                <a:moveTo>
                  <a:pt x="1239079" y="1119808"/>
                </a:moveTo>
                <a:lnTo>
                  <a:pt x="2179983" y="2146852"/>
                </a:lnTo>
                <a:lnTo>
                  <a:pt x="2511287" y="1888434"/>
                </a:lnTo>
                <a:lnTo>
                  <a:pt x="2491409" y="0"/>
                </a:lnTo>
                <a:lnTo>
                  <a:pt x="0" y="0"/>
                </a:lnTo>
                <a:lnTo>
                  <a:pt x="0" y="1875182"/>
                </a:lnTo>
                <a:lnTo>
                  <a:pt x="278296" y="2199860"/>
                </a:lnTo>
                <a:lnTo>
                  <a:pt x="1239079" y="111980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9BFE50A-D2C2-DA53-3AB8-33E999CD50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6669" y="4412595"/>
            <a:ext cx="2428864" cy="150845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651A8BB-94C0-20C4-378A-DF54FA18BC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2695" y="5451859"/>
            <a:ext cx="605561" cy="72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75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0F594-08FF-B7EB-8C2E-E7418596F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D0DEBDA1-1DE3-AC04-9628-6239B0670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9000" contras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891229">
            <a:off x="7232819" y="1729160"/>
            <a:ext cx="3426248" cy="3399678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8095D0E3-5B00-205A-2A14-87BF8CACF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" y="0"/>
            <a:ext cx="7276407" cy="6858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192C7073-1660-B85A-CEE6-4C5FA383171E}"/>
              </a:ext>
            </a:extLst>
          </p:cNvPr>
          <p:cNvSpPr txBox="1"/>
          <p:nvPr/>
        </p:nvSpPr>
        <p:spPr>
          <a:xfrm>
            <a:off x="327585" y="131404"/>
            <a:ext cx="62050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0" dirty="0">
                <a:latin typeface="Berlin Sans FB Demi" panose="020E0802020502020306" pitchFamily="34" charset="0"/>
              </a:rPr>
              <a:t>INFOS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6012403-67A6-4A55-615E-C9651E9988AB}"/>
              </a:ext>
            </a:extLst>
          </p:cNvPr>
          <p:cNvSpPr txBox="1"/>
          <p:nvPr/>
        </p:nvSpPr>
        <p:spPr>
          <a:xfrm>
            <a:off x="361610" y="1586247"/>
            <a:ext cx="46386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 err="1">
                <a:latin typeface="Abadi" panose="020B0604020104020204" pitchFamily="34" charset="0"/>
              </a:rPr>
              <a:t>Lorem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 err="1">
                <a:latin typeface="Abadi" panose="020B0604020104020204" pitchFamily="34" charset="0"/>
              </a:rPr>
              <a:t>ipsum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 err="1">
                <a:latin typeface="Abadi" panose="020B0604020104020204" pitchFamily="34" charset="0"/>
              </a:rPr>
              <a:t>dolor</a:t>
            </a:r>
            <a:endParaRPr lang="de-DE" sz="3200" dirty="0">
              <a:latin typeface="Abadi" panose="020B0604020104020204" pitchFamily="34" charset="0"/>
            </a:endParaRPr>
          </a:p>
          <a:p>
            <a:r>
              <a:rPr lang="de-DE" sz="3200" dirty="0" err="1">
                <a:latin typeface="Abadi" panose="020B0604020104020204" pitchFamily="34" charset="0"/>
              </a:rPr>
              <a:t>set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 err="1">
                <a:latin typeface="Abadi" panose="020B0604020104020204" pitchFamily="34" charset="0"/>
              </a:rPr>
              <a:t>amet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>
                <a:latin typeface="Abadi" panose="020B0604020104020204" pitchFamily="34" charset="0"/>
              </a:rPr>
              <a:t>…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CD8A53C-42BC-6DEF-516D-092386803AF4}"/>
              </a:ext>
            </a:extLst>
          </p:cNvPr>
          <p:cNvGrpSpPr/>
          <p:nvPr/>
        </p:nvGrpSpPr>
        <p:grpSpPr>
          <a:xfrm>
            <a:off x="8098364" y="2252598"/>
            <a:ext cx="1663722" cy="2272724"/>
            <a:chOff x="8098364" y="2252598"/>
            <a:chExt cx="1663722" cy="2272724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6BFA800A-3753-D5A4-F1E8-858B71094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33759" y="2332678"/>
              <a:ext cx="1355435" cy="2136381"/>
            </a:xfrm>
            <a:prstGeom prst="rect">
              <a:avLst/>
            </a:prstGeom>
          </p:spPr>
        </p:pic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43E3C21E-3267-D5EB-9A45-984956C55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98364" y="2252598"/>
              <a:ext cx="1663722" cy="2272724"/>
            </a:xfrm>
            <a:prstGeom prst="rect">
              <a:avLst/>
            </a:prstGeom>
          </p:spPr>
        </p:pic>
      </p:grpSp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19F7C7F2-BD75-34D9-1D95-FEA17D304EFC}"/>
              </a:ext>
            </a:extLst>
          </p:cNvPr>
          <p:cNvSpPr/>
          <p:nvPr/>
        </p:nvSpPr>
        <p:spPr>
          <a:xfrm>
            <a:off x="7600121" y="0"/>
            <a:ext cx="2511287" cy="2288001"/>
          </a:xfrm>
          <a:custGeom>
            <a:avLst/>
            <a:gdLst>
              <a:gd name="csX0" fmla="*/ 1239079 w 2511287"/>
              <a:gd name="csY0" fmla="*/ 1119808 h 2199860"/>
              <a:gd name="csX1" fmla="*/ 2179983 w 2511287"/>
              <a:gd name="csY1" fmla="*/ 2146852 h 2199860"/>
              <a:gd name="csX2" fmla="*/ 2511287 w 2511287"/>
              <a:gd name="csY2" fmla="*/ 1888434 h 2199860"/>
              <a:gd name="csX3" fmla="*/ 2491409 w 2511287"/>
              <a:gd name="csY3" fmla="*/ 0 h 2199860"/>
              <a:gd name="csX4" fmla="*/ 0 w 2511287"/>
              <a:gd name="csY4" fmla="*/ 0 h 2199860"/>
              <a:gd name="csX5" fmla="*/ 0 w 2511287"/>
              <a:gd name="csY5" fmla="*/ 1875182 h 2199860"/>
              <a:gd name="csX6" fmla="*/ 278296 w 2511287"/>
              <a:gd name="csY6" fmla="*/ 2199860 h 2199860"/>
              <a:gd name="csX7" fmla="*/ 1239079 w 2511287"/>
              <a:gd name="csY7" fmla="*/ 1119808 h 2199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511287" h="2199860">
                <a:moveTo>
                  <a:pt x="1239079" y="1119808"/>
                </a:moveTo>
                <a:lnTo>
                  <a:pt x="2179983" y="2146852"/>
                </a:lnTo>
                <a:lnTo>
                  <a:pt x="2511287" y="1888434"/>
                </a:lnTo>
                <a:lnTo>
                  <a:pt x="2491409" y="0"/>
                </a:lnTo>
                <a:lnTo>
                  <a:pt x="0" y="0"/>
                </a:lnTo>
                <a:lnTo>
                  <a:pt x="0" y="1875182"/>
                </a:lnTo>
                <a:lnTo>
                  <a:pt x="278296" y="2199860"/>
                </a:lnTo>
                <a:lnTo>
                  <a:pt x="1239079" y="111980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7FCE646-832E-47A6-682F-8E60D07661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5458" y="916787"/>
            <a:ext cx="2511284" cy="151338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27CFDBC-CC38-09B7-7A34-CE12D57126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6398" y="1227130"/>
            <a:ext cx="605561" cy="722140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E72FA483-CE3C-9B5D-03EA-0344E025BDFD}"/>
              </a:ext>
            </a:extLst>
          </p:cNvPr>
          <p:cNvGrpSpPr/>
          <p:nvPr/>
        </p:nvGrpSpPr>
        <p:grpSpPr>
          <a:xfrm>
            <a:off x="8132797" y="5787916"/>
            <a:ext cx="1594855" cy="2551820"/>
            <a:chOff x="8132797" y="2118314"/>
            <a:chExt cx="1594855" cy="2551820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06C81E05-C070-6CA3-49C0-D3DFD605F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30016" y="2118314"/>
              <a:ext cx="1497636" cy="2410443"/>
            </a:xfrm>
            <a:prstGeom prst="rect">
              <a:avLst/>
            </a:prstGeom>
          </p:spPr>
        </p:pic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86B65AC6-4C4E-4EF4-7A57-E38B92E10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32797" y="2247011"/>
              <a:ext cx="1594855" cy="2423123"/>
            </a:xfrm>
            <a:prstGeom prst="rect">
              <a:avLst/>
            </a:prstGeom>
          </p:spPr>
        </p:pic>
      </p:grp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06C3B487-9C11-8841-2574-AF48680E6C3E}"/>
              </a:ext>
            </a:extLst>
          </p:cNvPr>
          <p:cNvSpPr/>
          <p:nvPr/>
        </p:nvSpPr>
        <p:spPr>
          <a:xfrm rot="10800000">
            <a:off x="7545455" y="4607460"/>
            <a:ext cx="2511287" cy="2250540"/>
          </a:xfrm>
          <a:custGeom>
            <a:avLst/>
            <a:gdLst>
              <a:gd name="csX0" fmla="*/ 1239079 w 2511287"/>
              <a:gd name="csY0" fmla="*/ 1119808 h 2199860"/>
              <a:gd name="csX1" fmla="*/ 2179983 w 2511287"/>
              <a:gd name="csY1" fmla="*/ 2146852 h 2199860"/>
              <a:gd name="csX2" fmla="*/ 2511287 w 2511287"/>
              <a:gd name="csY2" fmla="*/ 1888434 h 2199860"/>
              <a:gd name="csX3" fmla="*/ 2491409 w 2511287"/>
              <a:gd name="csY3" fmla="*/ 0 h 2199860"/>
              <a:gd name="csX4" fmla="*/ 0 w 2511287"/>
              <a:gd name="csY4" fmla="*/ 0 h 2199860"/>
              <a:gd name="csX5" fmla="*/ 0 w 2511287"/>
              <a:gd name="csY5" fmla="*/ 1875182 h 2199860"/>
              <a:gd name="csX6" fmla="*/ 278296 w 2511287"/>
              <a:gd name="csY6" fmla="*/ 2199860 h 2199860"/>
              <a:gd name="csX7" fmla="*/ 1239079 w 2511287"/>
              <a:gd name="csY7" fmla="*/ 1119808 h 2199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511287" h="2199860">
                <a:moveTo>
                  <a:pt x="1239079" y="1119808"/>
                </a:moveTo>
                <a:lnTo>
                  <a:pt x="2179983" y="2146852"/>
                </a:lnTo>
                <a:lnTo>
                  <a:pt x="2511287" y="1888434"/>
                </a:lnTo>
                <a:lnTo>
                  <a:pt x="2491409" y="0"/>
                </a:lnTo>
                <a:lnTo>
                  <a:pt x="0" y="0"/>
                </a:lnTo>
                <a:lnTo>
                  <a:pt x="0" y="1875182"/>
                </a:lnTo>
                <a:lnTo>
                  <a:pt x="278296" y="2199860"/>
                </a:lnTo>
                <a:lnTo>
                  <a:pt x="1239079" y="111980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127163C-41C6-934E-C410-15D3191A5B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0115" y="4569999"/>
            <a:ext cx="1921971" cy="11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25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CD6EF-1194-43A2-6B40-F1D21E933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2B396A28-0919-1904-B0CD-EFD72D015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9000" contras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891229">
            <a:off x="7232819" y="1729160"/>
            <a:ext cx="3426248" cy="339967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6880567-83E8-D1D5-7584-97BACEEF5D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" y="0"/>
            <a:ext cx="7276407" cy="68580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174C39BD-04CF-6176-B07F-8ECBDFCE8FA6}"/>
              </a:ext>
            </a:extLst>
          </p:cNvPr>
          <p:cNvSpPr txBox="1"/>
          <p:nvPr/>
        </p:nvSpPr>
        <p:spPr>
          <a:xfrm>
            <a:off x="327585" y="131404"/>
            <a:ext cx="62050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0" dirty="0">
                <a:latin typeface="Berlin Sans FB Demi" panose="020E0802020502020306" pitchFamily="34" charset="0"/>
              </a:rPr>
              <a:t>INFOS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A9F51E1-1585-CC87-1A4A-FDB497587A4E}"/>
              </a:ext>
            </a:extLst>
          </p:cNvPr>
          <p:cNvSpPr txBox="1"/>
          <p:nvPr/>
        </p:nvSpPr>
        <p:spPr>
          <a:xfrm>
            <a:off x="361610" y="1586247"/>
            <a:ext cx="46386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 err="1">
                <a:latin typeface="Abadi" panose="020B0604020104020204" pitchFamily="34" charset="0"/>
              </a:rPr>
              <a:t>Lorem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 err="1">
                <a:latin typeface="Abadi" panose="020B0604020104020204" pitchFamily="34" charset="0"/>
              </a:rPr>
              <a:t>ipsum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 err="1">
                <a:latin typeface="Abadi" panose="020B0604020104020204" pitchFamily="34" charset="0"/>
              </a:rPr>
              <a:t>dolor</a:t>
            </a:r>
            <a:endParaRPr lang="de-DE" sz="3200" dirty="0">
              <a:latin typeface="Abadi" panose="020B0604020104020204" pitchFamily="34" charset="0"/>
            </a:endParaRPr>
          </a:p>
          <a:p>
            <a:r>
              <a:rPr lang="de-DE" sz="3200" dirty="0" err="1">
                <a:latin typeface="Abadi" panose="020B0604020104020204" pitchFamily="34" charset="0"/>
              </a:rPr>
              <a:t>set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 err="1">
                <a:latin typeface="Abadi" panose="020B0604020104020204" pitchFamily="34" charset="0"/>
              </a:rPr>
              <a:t>amet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>
                <a:latin typeface="Abadi" panose="020B0604020104020204" pitchFamily="34" charset="0"/>
              </a:rPr>
              <a:t>…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0AE0081-BEF2-39A7-0475-D2061E27871F}"/>
              </a:ext>
            </a:extLst>
          </p:cNvPr>
          <p:cNvGrpSpPr/>
          <p:nvPr/>
        </p:nvGrpSpPr>
        <p:grpSpPr>
          <a:xfrm>
            <a:off x="8098364" y="-1004958"/>
            <a:ext cx="1663722" cy="2272724"/>
            <a:chOff x="8098364" y="2252598"/>
            <a:chExt cx="1663722" cy="2272724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42A3AC4F-63ED-4BA0-B927-7F2E5724D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33759" y="2332678"/>
              <a:ext cx="1355435" cy="2136381"/>
            </a:xfrm>
            <a:prstGeom prst="rect">
              <a:avLst/>
            </a:prstGeom>
          </p:spPr>
        </p:pic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2558C012-D13A-CD21-4F81-EC8CCDE4F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98364" y="2252598"/>
              <a:ext cx="1663722" cy="2272724"/>
            </a:xfrm>
            <a:prstGeom prst="rect">
              <a:avLst/>
            </a:prstGeom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C9A16EB5-30CC-D79A-E338-E0414C1654CE}"/>
              </a:ext>
            </a:extLst>
          </p:cNvPr>
          <p:cNvGrpSpPr/>
          <p:nvPr/>
        </p:nvGrpSpPr>
        <p:grpSpPr>
          <a:xfrm>
            <a:off x="8132797" y="2118314"/>
            <a:ext cx="1594855" cy="2551820"/>
            <a:chOff x="8132797" y="2118314"/>
            <a:chExt cx="1594855" cy="2551820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0C5929C7-62EE-2734-4648-8747A7D30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30016" y="2118314"/>
              <a:ext cx="1497636" cy="2410443"/>
            </a:xfrm>
            <a:prstGeom prst="rect">
              <a:avLst/>
            </a:prstGeom>
          </p:spPr>
        </p:pic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2481555C-233A-78F6-9264-FC0448509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32797" y="2247011"/>
              <a:ext cx="1594855" cy="2423123"/>
            </a:xfrm>
            <a:prstGeom prst="rect">
              <a:avLst/>
            </a:prstGeom>
          </p:spPr>
        </p:pic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84B6653D-9EED-9350-570A-96738E46BF04}"/>
              </a:ext>
            </a:extLst>
          </p:cNvPr>
          <p:cNvGrpSpPr/>
          <p:nvPr/>
        </p:nvGrpSpPr>
        <p:grpSpPr>
          <a:xfrm>
            <a:off x="7925317" y="5921048"/>
            <a:ext cx="1836763" cy="2523070"/>
            <a:chOff x="7925317" y="2123741"/>
            <a:chExt cx="1836763" cy="2523070"/>
          </a:xfrm>
        </p:grpSpPr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232031A6-5839-48AA-92D7-ADA721CC6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44808" y="2235701"/>
              <a:ext cx="1617272" cy="2298895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2B5DEA6D-82F3-FA05-5C18-684CCFECF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25317" y="2123741"/>
              <a:ext cx="1751561" cy="2523070"/>
            </a:xfrm>
            <a:prstGeom prst="rect">
              <a:avLst/>
            </a:prstGeom>
          </p:spPr>
        </p:pic>
      </p:grp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941A56B1-1195-D25A-33AD-99F34BE1F0F9}"/>
              </a:ext>
            </a:extLst>
          </p:cNvPr>
          <p:cNvSpPr/>
          <p:nvPr/>
        </p:nvSpPr>
        <p:spPr>
          <a:xfrm rot="10800000">
            <a:off x="7545455" y="4607460"/>
            <a:ext cx="2511287" cy="2250540"/>
          </a:xfrm>
          <a:custGeom>
            <a:avLst/>
            <a:gdLst>
              <a:gd name="csX0" fmla="*/ 1239079 w 2511287"/>
              <a:gd name="csY0" fmla="*/ 1119808 h 2199860"/>
              <a:gd name="csX1" fmla="*/ 2179983 w 2511287"/>
              <a:gd name="csY1" fmla="*/ 2146852 h 2199860"/>
              <a:gd name="csX2" fmla="*/ 2511287 w 2511287"/>
              <a:gd name="csY2" fmla="*/ 1888434 h 2199860"/>
              <a:gd name="csX3" fmla="*/ 2491409 w 2511287"/>
              <a:gd name="csY3" fmla="*/ 0 h 2199860"/>
              <a:gd name="csX4" fmla="*/ 0 w 2511287"/>
              <a:gd name="csY4" fmla="*/ 0 h 2199860"/>
              <a:gd name="csX5" fmla="*/ 0 w 2511287"/>
              <a:gd name="csY5" fmla="*/ 1875182 h 2199860"/>
              <a:gd name="csX6" fmla="*/ 278296 w 2511287"/>
              <a:gd name="csY6" fmla="*/ 2199860 h 2199860"/>
              <a:gd name="csX7" fmla="*/ 1239079 w 2511287"/>
              <a:gd name="csY7" fmla="*/ 1119808 h 2199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511287" h="2199860">
                <a:moveTo>
                  <a:pt x="1239079" y="1119808"/>
                </a:moveTo>
                <a:lnTo>
                  <a:pt x="2179983" y="2146852"/>
                </a:lnTo>
                <a:lnTo>
                  <a:pt x="2511287" y="1888434"/>
                </a:lnTo>
                <a:lnTo>
                  <a:pt x="2491409" y="0"/>
                </a:lnTo>
                <a:lnTo>
                  <a:pt x="0" y="0"/>
                </a:lnTo>
                <a:lnTo>
                  <a:pt x="0" y="1875182"/>
                </a:lnTo>
                <a:lnTo>
                  <a:pt x="278296" y="2199860"/>
                </a:lnTo>
                <a:lnTo>
                  <a:pt x="1239079" y="111980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3F30149-C4A6-80D5-C0CA-1ADEB5A34B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0115" y="4569999"/>
            <a:ext cx="1921971" cy="1193645"/>
          </a:xfrm>
          <a:prstGeom prst="rect">
            <a:avLst/>
          </a:prstGeom>
        </p:spPr>
      </p:pic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E8AAF6B4-1366-CA10-DB43-D37E8FF592F7}"/>
              </a:ext>
            </a:extLst>
          </p:cNvPr>
          <p:cNvSpPr/>
          <p:nvPr/>
        </p:nvSpPr>
        <p:spPr>
          <a:xfrm>
            <a:off x="7600121" y="0"/>
            <a:ext cx="2511287" cy="2288001"/>
          </a:xfrm>
          <a:custGeom>
            <a:avLst/>
            <a:gdLst>
              <a:gd name="csX0" fmla="*/ 1239079 w 2511287"/>
              <a:gd name="csY0" fmla="*/ 1119808 h 2199860"/>
              <a:gd name="csX1" fmla="*/ 2179983 w 2511287"/>
              <a:gd name="csY1" fmla="*/ 2146852 h 2199860"/>
              <a:gd name="csX2" fmla="*/ 2511287 w 2511287"/>
              <a:gd name="csY2" fmla="*/ 1888434 h 2199860"/>
              <a:gd name="csX3" fmla="*/ 2491409 w 2511287"/>
              <a:gd name="csY3" fmla="*/ 0 h 2199860"/>
              <a:gd name="csX4" fmla="*/ 0 w 2511287"/>
              <a:gd name="csY4" fmla="*/ 0 h 2199860"/>
              <a:gd name="csX5" fmla="*/ 0 w 2511287"/>
              <a:gd name="csY5" fmla="*/ 1875182 h 2199860"/>
              <a:gd name="csX6" fmla="*/ 278296 w 2511287"/>
              <a:gd name="csY6" fmla="*/ 2199860 h 2199860"/>
              <a:gd name="csX7" fmla="*/ 1239079 w 2511287"/>
              <a:gd name="csY7" fmla="*/ 1119808 h 2199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511287" h="2199860">
                <a:moveTo>
                  <a:pt x="1239079" y="1119808"/>
                </a:moveTo>
                <a:lnTo>
                  <a:pt x="2179983" y="2146852"/>
                </a:lnTo>
                <a:lnTo>
                  <a:pt x="2511287" y="1888434"/>
                </a:lnTo>
                <a:lnTo>
                  <a:pt x="2491409" y="0"/>
                </a:lnTo>
                <a:lnTo>
                  <a:pt x="0" y="0"/>
                </a:lnTo>
                <a:lnTo>
                  <a:pt x="0" y="1875182"/>
                </a:lnTo>
                <a:lnTo>
                  <a:pt x="278296" y="2199860"/>
                </a:lnTo>
                <a:lnTo>
                  <a:pt x="1239079" y="111980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ABC1F4B-A2EC-B1BC-C659-009E35A3D19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40114" y="1094356"/>
            <a:ext cx="1921972" cy="115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776FB-A1A4-B42C-49BA-B5C94EA4C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5364D8BF-4BFD-E0C0-440C-C70C97474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9000" contras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891229">
            <a:off x="7232819" y="1729160"/>
            <a:ext cx="3426248" cy="3399678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9A66C92F-0024-DB7D-4CCC-93554C5615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" y="0"/>
            <a:ext cx="7276407" cy="685800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75CF32ED-3EBA-2B80-A533-E6B86B220A00}"/>
              </a:ext>
            </a:extLst>
          </p:cNvPr>
          <p:cNvSpPr txBox="1"/>
          <p:nvPr/>
        </p:nvSpPr>
        <p:spPr>
          <a:xfrm>
            <a:off x="327585" y="131404"/>
            <a:ext cx="62050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0" dirty="0">
                <a:latin typeface="Berlin Sans FB Demi" panose="020E0802020502020306" pitchFamily="34" charset="0"/>
              </a:rPr>
              <a:t>INFOS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5835279-FFD7-A233-73B8-4886C6FAEE8C}"/>
              </a:ext>
            </a:extLst>
          </p:cNvPr>
          <p:cNvSpPr txBox="1"/>
          <p:nvPr/>
        </p:nvSpPr>
        <p:spPr>
          <a:xfrm>
            <a:off x="361610" y="1586247"/>
            <a:ext cx="46386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 err="1">
                <a:latin typeface="Abadi" panose="020B0604020104020204" pitchFamily="34" charset="0"/>
              </a:rPr>
              <a:t>Lorem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 err="1">
                <a:latin typeface="Abadi" panose="020B0604020104020204" pitchFamily="34" charset="0"/>
              </a:rPr>
              <a:t>ipsum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 err="1">
                <a:latin typeface="Abadi" panose="020B0604020104020204" pitchFamily="34" charset="0"/>
              </a:rPr>
              <a:t>dolor</a:t>
            </a:r>
            <a:endParaRPr lang="de-DE" sz="3200" dirty="0">
              <a:latin typeface="Abadi" panose="020B0604020104020204" pitchFamily="34" charset="0"/>
            </a:endParaRPr>
          </a:p>
          <a:p>
            <a:r>
              <a:rPr lang="de-DE" sz="3200" dirty="0" err="1">
                <a:latin typeface="Abadi" panose="020B0604020104020204" pitchFamily="34" charset="0"/>
              </a:rPr>
              <a:t>set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 err="1">
                <a:latin typeface="Abadi" panose="020B0604020104020204" pitchFamily="34" charset="0"/>
              </a:rPr>
              <a:t>amet</a:t>
            </a:r>
            <a:br>
              <a:rPr lang="de-DE" sz="3200" dirty="0">
                <a:latin typeface="Abadi" panose="020B0604020104020204" pitchFamily="34" charset="0"/>
              </a:rPr>
            </a:br>
            <a:r>
              <a:rPr lang="de-DE" sz="3200" dirty="0">
                <a:latin typeface="Abadi" panose="020B0604020104020204" pitchFamily="34" charset="0"/>
              </a:rPr>
              <a:t>…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C6901C8-35E2-2822-654B-9F1A2B039C72}"/>
              </a:ext>
            </a:extLst>
          </p:cNvPr>
          <p:cNvGrpSpPr/>
          <p:nvPr/>
        </p:nvGrpSpPr>
        <p:grpSpPr>
          <a:xfrm>
            <a:off x="8132797" y="-1614868"/>
            <a:ext cx="1594855" cy="2551820"/>
            <a:chOff x="8132797" y="2118314"/>
            <a:chExt cx="1594855" cy="2551820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3A050948-1BB0-9BFF-23A7-25390ED36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30016" y="2118314"/>
              <a:ext cx="1497636" cy="2410443"/>
            </a:xfrm>
            <a:prstGeom prst="rect">
              <a:avLst/>
            </a:prstGeom>
          </p:spPr>
        </p:pic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83907433-9B07-C4A1-796C-C8FF1F07A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2797" y="2247011"/>
              <a:ext cx="1594855" cy="2423123"/>
            </a:xfrm>
            <a:prstGeom prst="rect">
              <a:avLst/>
            </a:prstGeom>
          </p:spPr>
        </p:pic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393D43B-0A30-8DAB-275B-8102060208AE}"/>
              </a:ext>
            </a:extLst>
          </p:cNvPr>
          <p:cNvGrpSpPr/>
          <p:nvPr/>
        </p:nvGrpSpPr>
        <p:grpSpPr>
          <a:xfrm>
            <a:off x="7925317" y="2123741"/>
            <a:ext cx="1836763" cy="2523070"/>
            <a:chOff x="7925317" y="2123741"/>
            <a:chExt cx="1836763" cy="2523070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C0F46B24-692A-828C-D158-12F7199B7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44808" y="2235701"/>
              <a:ext cx="1617272" cy="2298895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35D8B406-93C3-9773-7736-1AACA5CA7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25317" y="2123741"/>
              <a:ext cx="1751561" cy="2523070"/>
            </a:xfrm>
            <a:prstGeom prst="rect">
              <a:avLst/>
            </a:prstGeom>
          </p:spPr>
        </p:pic>
      </p:grp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B2096DBA-8F71-C36B-3310-C9249F36FB7E}"/>
              </a:ext>
            </a:extLst>
          </p:cNvPr>
          <p:cNvSpPr/>
          <p:nvPr/>
        </p:nvSpPr>
        <p:spPr>
          <a:xfrm rot="10800000">
            <a:off x="7545455" y="4607460"/>
            <a:ext cx="2511287" cy="2250540"/>
          </a:xfrm>
          <a:custGeom>
            <a:avLst/>
            <a:gdLst>
              <a:gd name="csX0" fmla="*/ 1239079 w 2511287"/>
              <a:gd name="csY0" fmla="*/ 1119808 h 2199860"/>
              <a:gd name="csX1" fmla="*/ 2179983 w 2511287"/>
              <a:gd name="csY1" fmla="*/ 2146852 h 2199860"/>
              <a:gd name="csX2" fmla="*/ 2511287 w 2511287"/>
              <a:gd name="csY2" fmla="*/ 1888434 h 2199860"/>
              <a:gd name="csX3" fmla="*/ 2491409 w 2511287"/>
              <a:gd name="csY3" fmla="*/ 0 h 2199860"/>
              <a:gd name="csX4" fmla="*/ 0 w 2511287"/>
              <a:gd name="csY4" fmla="*/ 0 h 2199860"/>
              <a:gd name="csX5" fmla="*/ 0 w 2511287"/>
              <a:gd name="csY5" fmla="*/ 1875182 h 2199860"/>
              <a:gd name="csX6" fmla="*/ 278296 w 2511287"/>
              <a:gd name="csY6" fmla="*/ 2199860 h 2199860"/>
              <a:gd name="csX7" fmla="*/ 1239079 w 2511287"/>
              <a:gd name="csY7" fmla="*/ 1119808 h 2199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511287" h="2199860">
                <a:moveTo>
                  <a:pt x="1239079" y="1119808"/>
                </a:moveTo>
                <a:lnTo>
                  <a:pt x="2179983" y="2146852"/>
                </a:lnTo>
                <a:lnTo>
                  <a:pt x="2511287" y="1888434"/>
                </a:lnTo>
                <a:lnTo>
                  <a:pt x="2491409" y="0"/>
                </a:lnTo>
                <a:lnTo>
                  <a:pt x="0" y="0"/>
                </a:lnTo>
                <a:lnTo>
                  <a:pt x="0" y="1875182"/>
                </a:lnTo>
                <a:lnTo>
                  <a:pt x="278296" y="2199860"/>
                </a:lnTo>
                <a:lnTo>
                  <a:pt x="1239079" y="111980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114B6E4-4D03-EBA9-476B-64FEAD4543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0115" y="4569999"/>
            <a:ext cx="1921971" cy="1193645"/>
          </a:xfrm>
          <a:prstGeom prst="rect">
            <a:avLst/>
          </a:prstGeom>
        </p:spPr>
      </p:pic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4EC6CDEF-CC5A-961F-F0FC-98F79B2D4DE4}"/>
              </a:ext>
            </a:extLst>
          </p:cNvPr>
          <p:cNvSpPr/>
          <p:nvPr/>
        </p:nvSpPr>
        <p:spPr>
          <a:xfrm>
            <a:off x="7600121" y="0"/>
            <a:ext cx="2511287" cy="2288001"/>
          </a:xfrm>
          <a:custGeom>
            <a:avLst/>
            <a:gdLst>
              <a:gd name="csX0" fmla="*/ 1239079 w 2511287"/>
              <a:gd name="csY0" fmla="*/ 1119808 h 2199860"/>
              <a:gd name="csX1" fmla="*/ 2179983 w 2511287"/>
              <a:gd name="csY1" fmla="*/ 2146852 h 2199860"/>
              <a:gd name="csX2" fmla="*/ 2511287 w 2511287"/>
              <a:gd name="csY2" fmla="*/ 1888434 h 2199860"/>
              <a:gd name="csX3" fmla="*/ 2491409 w 2511287"/>
              <a:gd name="csY3" fmla="*/ 0 h 2199860"/>
              <a:gd name="csX4" fmla="*/ 0 w 2511287"/>
              <a:gd name="csY4" fmla="*/ 0 h 2199860"/>
              <a:gd name="csX5" fmla="*/ 0 w 2511287"/>
              <a:gd name="csY5" fmla="*/ 1875182 h 2199860"/>
              <a:gd name="csX6" fmla="*/ 278296 w 2511287"/>
              <a:gd name="csY6" fmla="*/ 2199860 h 2199860"/>
              <a:gd name="csX7" fmla="*/ 1239079 w 2511287"/>
              <a:gd name="csY7" fmla="*/ 1119808 h 2199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511287" h="2199860">
                <a:moveTo>
                  <a:pt x="1239079" y="1119808"/>
                </a:moveTo>
                <a:lnTo>
                  <a:pt x="2179983" y="2146852"/>
                </a:lnTo>
                <a:lnTo>
                  <a:pt x="2511287" y="1888434"/>
                </a:lnTo>
                <a:lnTo>
                  <a:pt x="2491409" y="0"/>
                </a:lnTo>
                <a:lnTo>
                  <a:pt x="0" y="0"/>
                </a:lnTo>
                <a:lnTo>
                  <a:pt x="0" y="1875182"/>
                </a:lnTo>
                <a:lnTo>
                  <a:pt x="278296" y="2199860"/>
                </a:lnTo>
                <a:lnTo>
                  <a:pt x="1239079" y="111980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4FAE584-B240-31C2-1BD9-D4D46EA03F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0114" y="1094356"/>
            <a:ext cx="1921972" cy="115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085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9AC10-9921-82B8-27C7-40F97606C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9E99B6-4F7F-5005-F4C7-2A1A6F58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0"/>
            <a:ext cx="10515600" cy="1325563"/>
          </a:xfrm>
        </p:spPr>
        <p:txBody>
          <a:bodyPr/>
          <a:lstStyle/>
          <a:p>
            <a:r>
              <a:rPr lang="de-DE" dirty="0" err="1"/>
              <a:t>Gameloop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16392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98FFED-9123-0AF5-3B7A-3DB5AEA8D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rafik 209">
            <a:extLst>
              <a:ext uri="{FF2B5EF4-FFF2-40B4-BE49-F238E27FC236}">
                <a16:creationId xmlns:a16="http://schemas.microsoft.com/office/drawing/2014/main" id="{26FAFD95-5348-C1BA-F910-821B08359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effectLst/>
        </p:spPr>
      </p:pic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60CF00C6-C1E9-FFFE-9571-02EECA0F5BF0}"/>
              </a:ext>
            </a:extLst>
          </p:cNvPr>
          <p:cNvGrpSpPr/>
          <p:nvPr/>
        </p:nvGrpSpPr>
        <p:grpSpPr>
          <a:xfrm>
            <a:off x="10146031" y="4903751"/>
            <a:ext cx="1643651" cy="1408478"/>
            <a:chOff x="10203179" y="4907742"/>
            <a:chExt cx="1643651" cy="1408478"/>
          </a:xfrm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8A89B75B-5021-6C6F-F7C3-6B29506C3A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8881077">
              <a:off x="10334836" y="5089405"/>
              <a:ext cx="1191968" cy="1196373"/>
            </a:xfrm>
            <a:prstGeom prst="rect">
              <a:avLst/>
            </a:prstGeom>
            <a:effectLst>
              <a:outerShdw blurRad="63500" sx="102000" sy="102000" algn="ctr" rotWithShape="0">
                <a:prstClr val="black"/>
              </a:outerShdw>
            </a:effectLst>
          </p:spPr>
        </p:pic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595478A5-8B4B-670E-D784-88271B18DAA3}"/>
                </a:ext>
              </a:extLst>
            </p:cNvPr>
            <p:cNvGrpSpPr/>
            <p:nvPr/>
          </p:nvGrpSpPr>
          <p:grpSpPr>
            <a:xfrm>
              <a:off x="10203179" y="5123498"/>
              <a:ext cx="873119" cy="1192722"/>
              <a:chOff x="8098364" y="2252598"/>
              <a:chExt cx="1663722" cy="2272724"/>
            </a:xfrm>
            <a:effectLst>
              <a:outerShdw blurRad="63500" sx="110000" sy="110000" algn="ctr" rotWithShape="0">
                <a:prstClr val="black"/>
              </a:outerShdw>
            </a:effectLst>
          </p:grpSpPr>
          <p:pic>
            <p:nvPicPr>
              <p:cNvPr id="12" name="Grafik 11">
                <a:extLst>
                  <a:ext uri="{FF2B5EF4-FFF2-40B4-BE49-F238E27FC236}">
                    <a16:creationId xmlns:a16="http://schemas.microsoft.com/office/drawing/2014/main" id="{6E253D74-6497-09E5-E3DF-5E780D48C1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33759" y="2332678"/>
                <a:ext cx="1355435" cy="2136381"/>
              </a:xfrm>
              <a:prstGeom prst="rect">
                <a:avLst/>
              </a:prstGeom>
            </p:spPr>
          </p:pic>
          <p:pic>
            <p:nvPicPr>
              <p:cNvPr id="13" name="Grafik 12">
                <a:extLst>
                  <a:ext uri="{FF2B5EF4-FFF2-40B4-BE49-F238E27FC236}">
                    <a16:creationId xmlns:a16="http://schemas.microsoft.com/office/drawing/2014/main" id="{D182672F-1C49-A19C-0EDE-244732465F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98364" y="2252598"/>
                <a:ext cx="1663722" cy="2272724"/>
              </a:xfrm>
              <a:prstGeom prst="rect">
                <a:avLst/>
              </a:prstGeom>
            </p:spPr>
          </p:pic>
        </p:grp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031580AB-3BD0-89B0-EDC9-17778D9BC82C}"/>
                </a:ext>
              </a:extLst>
            </p:cNvPr>
            <p:cNvGrpSpPr/>
            <p:nvPr/>
          </p:nvGrpSpPr>
          <p:grpSpPr>
            <a:xfrm>
              <a:off x="10734285" y="4907742"/>
              <a:ext cx="1112545" cy="1342763"/>
              <a:chOff x="7925317" y="2123741"/>
              <a:chExt cx="1836763" cy="2523070"/>
            </a:xfrm>
            <a:effectLst>
              <a:outerShdw blurRad="63500" sx="110000" sy="110000" algn="ctr" rotWithShape="0">
                <a:prstClr val="black"/>
              </a:outerShdw>
            </a:effectLst>
          </p:grpSpPr>
          <p:pic>
            <p:nvPicPr>
              <p:cNvPr id="17" name="Grafik 16">
                <a:extLst>
                  <a:ext uri="{FF2B5EF4-FFF2-40B4-BE49-F238E27FC236}">
                    <a16:creationId xmlns:a16="http://schemas.microsoft.com/office/drawing/2014/main" id="{10E7A3A3-F22B-D334-99DE-65E72ECC74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44808" y="2235701"/>
                <a:ext cx="1617272" cy="2298895"/>
              </a:xfrm>
              <a:prstGeom prst="rect">
                <a:avLst/>
              </a:prstGeom>
            </p:spPr>
          </p:pic>
          <p:pic>
            <p:nvPicPr>
              <p:cNvPr id="18" name="Grafik 17">
                <a:extLst>
                  <a:ext uri="{FF2B5EF4-FFF2-40B4-BE49-F238E27FC236}">
                    <a16:creationId xmlns:a16="http://schemas.microsoft.com/office/drawing/2014/main" id="{9BB70551-5561-F78E-677A-B63823886A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25317" y="2123741"/>
                <a:ext cx="1751561" cy="2523070"/>
              </a:xfrm>
              <a:prstGeom prst="rect">
                <a:avLst/>
              </a:prstGeom>
            </p:spPr>
          </p:pic>
        </p:grpSp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7CABD8C5-906B-47CC-3201-3721BBD0FE8A}"/>
              </a:ext>
            </a:extLst>
          </p:cNvPr>
          <p:cNvGrpSpPr/>
          <p:nvPr/>
        </p:nvGrpSpPr>
        <p:grpSpPr>
          <a:xfrm>
            <a:off x="514466" y="4624352"/>
            <a:ext cx="1202472" cy="2126478"/>
            <a:chOff x="411992" y="4875237"/>
            <a:chExt cx="1100757" cy="1946603"/>
          </a:xfrm>
          <a:effectLst>
            <a:outerShdw blurRad="165100" sx="102000" sy="102000" algn="ctr" rotWithShape="0">
              <a:prstClr val="black">
                <a:alpha val="84000"/>
              </a:prstClr>
            </a:outerShdw>
          </a:effectLst>
        </p:grpSpPr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2792FDDB-33D2-5584-14EE-1C277DCAE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359013">
              <a:off x="411992" y="4875237"/>
              <a:ext cx="1100757" cy="1946603"/>
            </a:xfrm>
            <a:prstGeom prst="rect">
              <a:avLst/>
            </a:prstGeom>
          </p:spPr>
        </p:pic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62B2E985-35B9-98BA-CA63-F556B9BE6A44}"/>
                </a:ext>
              </a:extLst>
            </p:cNvPr>
            <p:cNvGrpSpPr/>
            <p:nvPr/>
          </p:nvGrpSpPr>
          <p:grpSpPr>
            <a:xfrm rot="21045705">
              <a:off x="790035" y="5430812"/>
              <a:ext cx="458970" cy="734367"/>
              <a:chOff x="8132797" y="2118314"/>
              <a:chExt cx="1594855" cy="2551820"/>
            </a:xfrm>
            <a:effectLst>
              <a:outerShdw blurRad="63500" sx="102000" sy="102000" algn="ctr" rotWithShape="0">
                <a:prstClr val="black">
                  <a:alpha val="94000"/>
                </a:prstClr>
              </a:outerShdw>
            </a:effectLst>
          </p:grpSpPr>
          <p:pic>
            <p:nvPicPr>
              <p:cNvPr id="42" name="Grafik 41">
                <a:extLst>
                  <a:ext uri="{FF2B5EF4-FFF2-40B4-BE49-F238E27FC236}">
                    <a16:creationId xmlns:a16="http://schemas.microsoft.com/office/drawing/2014/main" id="{A5419974-A5C8-31DE-2394-7E88DF199E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30016" y="2118314"/>
                <a:ext cx="1497636" cy="2410443"/>
              </a:xfrm>
              <a:prstGeom prst="rect">
                <a:avLst/>
              </a:prstGeom>
            </p:spPr>
          </p:pic>
          <p:pic>
            <p:nvPicPr>
              <p:cNvPr id="43" name="Grafik 42">
                <a:extLst>
                  <a:ext uri="{FF2B5EF4-FFF2-40B4-BE49-F238E27FC236}">
                    <a16:creationId xmlns:a16="http://schemas.microsoft.com/office/drawing/2014/main" id="{6C6E1FE9-304E-9F22-0408-3856735135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32797" y="2247011"/>
                <a:ext cx="1594855" cy="2423123"/>
              </a:xfrm>
              <a:prstGeom prst="rect">
                <a:avLst/>
              </a:prstGeom>
            </p:spPr>
          </p:pic>
        </p:grpSp>
      </p:grpSp>
      <p:grpSp>
        <p:nvGrpSpPr>
          <p:cNvPr id="205" name="Gruppieren 204">
            <a:extLst>
              <a:ext uri="{FF2B5EF4-FFF2-40B4-BE49-F238E27FC236}">
                <a16:creationId xmlns:a16="http://schemas.microsoft.com/office/drawing/2014/main" id="{182FA8B4-C566-5024-85DF-2AD843DEC383}"/>
              </a:ext>
            </a:extLst>
          </p:cNvPr>
          <p:cNvGrpSpPr/>
          <p:nvPr/>
        </p:nvGrpSpPr>
        <p:grpSpPr>
          <a:xfrm>
            <a:off x="2224503" y="684529"/>
            <a:ext cx="7804767" cy="4434978"/>
            <a:chOff x="2224503" y="684529"/>
            <a:chExt cx="7804767" cy="4434978"/>
          </a:xfrm>
          <a:effectLst>
            <a:outerShdw sx="102000" sy="102000" algn="ctr" rotWithShape="0">
              <a:prstClr val="black">
                <a:alpha val="88000"/>
              </a:prstClr>
            </a:outerShdw>
          </a:effectLst>
        </p:grpSpPr>
        <p:pic>
          <p:nvPicPr>
            <p:cNvPr id="182" name="Grafik 181">
              <a:extLst>
                <a:ext uri="{FF2B5EF4-FFF2-40B4-BE49-F238E27FC236}">
                  <a16:creationId xmlns:a16="http://schemas.microsoft.com/office/drawing/2014/main" id="{D9E6B631-C601-F65C-DE36-764878699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65" t="13120" r="8165" b="13120"/>
            <a:stretch>
              <a:fillRect/>
            </a:stretch>
          </p:blipFill>
          <p:spPr>
            <a:xfrm>
              <a:off x="2393474" y="804635"/>
              <a:ext cx="7405050" cy="4034580"/>
            </a:xfrm>
            <a:custGeom>
              <a:avLst/>
              <a:gdLst>
                <a:gd name="csX0" fmla="*/ 0 w 7405050"/>
                <a:gd name="csY0" fmla="*/ 0 h 4034580"/>
                <a:gd name="csX1" fmla="*/ 7405050 w 7405050"/>
                <a:gd name="csY1" fmla="*/ 0 h 4034580"/>
                <a:gd name="csX2" fmla="*/ 7405050 w 7405050"/>
                <a:gd name="csY2" fmla="*/ 4034580 h 4034580"/>
                <a:gd name="csX3" fmla="*/ 0 w 7405050"/>
                <a:gd name="csY3" fmla="*/ 4034580 h 40345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05050" h="4034580">
                  <a:moveTo>
                    <a:pt x="0" y="0"/>
                  </a:moveTo>
                  <a:lnTo>
                    <a:pt x="7405050" y="0"/>
                  </a:lnTo>
                  <a:lnTo>
                    <a:pt x="7405050" y="4034580"/>
                  </a:lnTo>
                  <a:lnTo>
                    <a:pt x="0" y="4034580"/>
                  </a:lnTo>
                  <a:close/>
                </a:path>
              </a:pathLst>
            </a:custGeom>
            <a:effectLst>
              <a:outerShdw blurRad="63500" sx="102000" sy="102000" algn="ctr" rotWithShape="0">
                <a:prstClr val="black">
                  <a:alpha val="88000"/>
                </a:prstClr>
              </a:outerShdw>
            </a:effectLst>
          </p:spPr>
        </p:pic>
        <p:pic>
          <p:nvPicPr>
            <p:cNvPr id="184" name="Grafik 183">
              <a:extLst>
                <a:ext uri="{FF2B5EF4-FFF2-40B4-BE49-F238E27FC236}">
                  <a16:creationId xmlns:a16="http://schemas.microsoft.com/office/drawing/2014/main" id="{D84F4D04-356E-2486-2311-D1C4887B3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 rot="10800000">
              <a:off x="5612366" y="3062935"/>
              <a:ext cx="910118" cy="883008"/>
            </a:xfrm>
            <a:prstGeom prst="rect">
              <a:avLst/>
            </a:prstGeom>
          </p:spPr>
        </p:pic>
        <p:pic>
          <p:nvPicPr>
            <p:cNvPr id="186" name="Grafik 185">
              <a:extLst>
                <a:ext uri="{FF2B5EF4-FFF2-40B4-BE49-F238E27FC236}">
                  <a16:creationId xmlns:a16="http://schemas.microsoft.com/office/drawing/2014/main" id="{80607A14-AF4C-567C-B5B1-1F3CE8797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797193" y="1813554"/>
              <a:ext cx="910119" cy="853445"/>
            </a:xfrm>
            <a:prstGeom prst="rect">
              <a:avLst/>
            </a:prstGeom>
          </p:spPr>
        </p:pic>
        <p:pic>
          <p:nvPicPr>
            <p:cNvPr id="188" name="Grafik 187">
              <a:extLst>
                <a:ext uri="{FF2B5EF4-FFF2-40B4-BE49-F238E27FC236}">
                  <a16:creationId xmlns:a16="http://schemas.microsoft.com/office/drawing/2014/main" id="{0F3F731F-2F97-E394-C777-BF0288233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 rot="10800000">
              <a:off x="5612365" y="1858528"/>
              <a:ext cx="910118" cy="883008"/>
            </a:xfrm>
            <a:prstGeom prst="rect">
              <a:avLst/>
            </a:prstGeom>
          </p:spPr>
        </p:pic>
        <p:pic>
          <p:nvPicPr>
            <p:cNvPr id="190" name="Grafik 189">
              <a:extLst>
                <a:ext uri="{FF2B5EF4-FFF2-40B4-BE49-F238E27FC236}">
                  <a16:creationId xmlns:a16="http://schemas.microsoft.com/office/drawing/2014/main" id="{F2C78CFE-97CB-263A-075D-C88845C40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479925" y="3053029"/>
              <a:ext cx="862720" cy="751942"/>
            </a:xfrm>
            <a:prstGeom prst="rect">
              <a:avLst/>
            </a:prstGeom>
          </p:spPr>
        </p:pic>
        <p:pic>
          <p:nvPicPr>
            <p:cNvPr id="192" name="Grafik 191">
              <a:extLst>
                <a:ext uri="{FF2B5EF4-FFF2-40B4-BE49-F238E27FC236}">
                  <a16:creationId xmlns:a16="http://schemas.microsoft.com/office/drawing/2014/main" id="{74D08F5E-E528-6748-F0CD-70A0A2F90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60581" y="2873851"/>
              <a:ext cx="917574" cy="995998"/>
            </a:xfrm>
            <a:prstGeom prst="rect">
              <a:avLst/>
            </a:prstGeom>
          </p:spPr>
        </p:pic>
        <p:pic>
          <p:nvPicPr>
            <p:cNvPr id="194" name="Grafik 193">
              <a:extLst>
                <a:ext uri="{FF2B5EF4-FFF2-40B4-BE49-F238E27FC236}">
                  <a16:creationId xmlns:a16="http://schemas.microsoft.com/office/drawing/2014/main" id="{6BEEC521-D076-AFEE-29F6-523CED405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60581" y="1714159"/>
              <a:ext cx="917574" cy="995998"/>
            </a:xfrm>
            <a:prstGeom prst="rect">
              <a:avLst/>
            </a:prstGeom>
          </p:spPr>
        </p:pic>
        <p:pic>
          <p:nvPicPr>
            <p:cNvPr id="196" name="Grafik 195">
              <a:extLst>
                <a:ext uri="{FF2B5EF4-FFF2-40B4-BE49-F238E27FC236}">
                  <a16:creationId xmlns:a16="http://schemas.microsoft.com/office/drawing/2014/main" id="{A38C8384-9C6A-113C-B3B8-2C91CD55C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 rot="10800000">
              <a:off x="5612365" y="684529"/>
              <a:ext cx="910118" cy="883008"/>
            </a:xfrm>
            <a:prstGeom prst="rect">
              <a:avLst/>
            </a:prstGeom>
          </p:spPr>
        </p:pic>
        <p:pic>
          <p:nvPicPr>
            <p:cNvPr id="198" name="Grafik 197">
              <a:extLst>
                <a:ext uri="{FF2B5EF4-FFF2-40B4-BE49-F238E27FC236}">
                  <a16:creationId xmlns:a16="http://schemas.microsoft.com/office/drawing/2014/main" id="{3FE43D0B-F08C-1402-D1DF-64B8B442D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7956693" y="1798771"/>
              <a:ext cx="865278" cy="883009"/>
            </a:xfrm>
            <a:prstGeom prst="rect">
              <a:avLst/>
            </a:prstGeom>
          </p:spPr>
        </p:pic>
        <p:pic>
          <p:nvPicPr>
            <p:cNvPr id="200" name="Grafik 199">
              <a:extLst>
                <a:ext uri="{FF2B5EF4-FFF2-40B4-BE49-F238E27FC236}">
                  <a16:creationId xmlns:a16="http://schemas.microsoft.com/office/drawing/2014/main" id="{EC91DD3D-2BF5-DB7A-EE1C-5A0C0741F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9166550" y="1836187"/>
              <a:ext cx="862720" cy="751942"/>
            </a:xfrm>
            <a:prstGeom prst="rect">
              <a:avLst/>
            </a:prstGeom>
          </p:spPr>
        </p:pic>
        <p:pic>
          <p:nvPicPr>
            <p:cNvPr id="202" name="Grafik 201">
              <a:extLst>
                <a:ext uri="{FF2B5EF4-FFF2-40B4-BE49-F238E27FC236}">
                  <a16:creationId xmlns:a16="http://schemas.microsoft.com/office/drawing/2014/main" id="{25AC6B4D-21B9-6079-9545-0D658F163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 rot="10800000">
              <a:off x="5625789" y="4236499"/>
              <a:ext cx="910118" cy="883008"/>
            </a:xfrm>
            <a:prstGeom prst="rect">
              <a:avLst/>
            </a:prstGeom>
          </p:spPr>
        </p:pic>
        <p:pic>
          <p:nvPicPr>
            <p:cNvPr id="204" name="Grafik 203">
              <a:extLst>
                <a:ext uri="{FF2B5EF4-FFF2-40B4-BE49-F238E27FC236}">
                  <a16:creationId xmlns:a16="http://schemas.microsoft.com/office/drawing/2014/main" id="{48C6545E-8E60-6657-9C3A-C0C82CE66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2224503" y="2995148"/>
              <a:ext cx="771094" cy="809824"/>
            </a:xfrm>
            <a:prstGeom prst="rect">
              <a:avLst/>
            </a:prstGeom>
          </p:spPr>
        </p:pic>
      </p:grpSp>
      <p:sp>
        <p:nvSpPr>
          <p:cNvPr id="206" name="Textfeld 205">
            <a:extLst>
              <a:ext uri="{FF2B5EF4-FFF2-40B4-BE49-F238E27FC236}">
                <a16:creationId xmlns:a16="http://schemas.microsoft.com/office/drawing/2014/main" id="{F2ADE431-FB5B-D862-5CC5-08E9ABFF88C3}"/>
              </a:ext>
            </a:extLst>
          </p:cNvPr>
          <p:cNvSpPr txBox="1"/>
          <p:nvPr/>
        </p:nvSpPr>
        <p:spPr>
          <a:xfrm>
            <a:off x="2605745" y="5602117"/>
            <a:ext cx="6992165" cy="646331"/>
          </a:xfrm>
          <a:prstGeom prst="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HOLDER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PLAYER_CARDS</a:t>
            </a:r>
          </a:p>
        </p:txBody>
      </p:sp>
    </p:spTree>
    <p:extLst>
      <p:ext uri="{BB962C8B-B14F-4D97-AF65-F5344CB8AC3E}">
        <p14:creationId xmlns:p14="http://schemas.microsoft.com/office/powerpoint/2010/main" val="2588987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hteck 65">
            <a:extLst>
              <a:ext uri="{FF2B5EF4-FFF2-40B4-BE49-F238E27FC236}">
                <a16:creationId xmlns:a16="http://schemas.microsoft.com/office/drawing/2014/main" id="{764BC043-C051-D228-4448-A83E94574F61}"/>
              </a:ext>
            </a:extLst>
          </p:cNvPr>
          <p:cNvSpPr/>
          <p:nvPr/>
        </p:nvSpPr>
        <p:spPr>
          <a:xfrm>
            <a:off x="10693400" y="21526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C352C66D-0529-2E06-0DFF-67E2781CEFCD}"/>
              </a:ext>
            </a:extLst>
          </p:cNvPr>
          <p:cNvSpPr/>
          <p:nvPr/>
        </p:nvSpPr>
        <p:spPr>
          <a:xfrm>
            <a:off x="10693400" y="252729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F3C52E9C-F3CA-CDB1-2646-902550C540A1}"/>
              </a:ext>
            </a:extLst>
          </p:cNvPr>
          <p:cNvSpPr/>
          <p:nvPr/>
        </p:nvSpPr>
        <p:spPr>
          <a:xfrm>
            <a:off x="10693400" y="29019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F8CB883F-00E5-652A-F2AC-F19729B9D45B}"/>
              </a:ext>
            </a:extLst>
          </p:cNvPr>
          <p:cNvSpPr/>
          <p:nvPr/>
        </p:nvSpPr>
        <p:spPr>
          <a:xfrm>
            <a:off x="10693400" y="327659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5601A610-4305-0A4B-AF9D-947761C05D03}"/>
              </a:ext>
            </a:extLst>
          </p:cNvPr>
          <p:cNvSpPr/>
          <p:nvPr/>
        </p:nvSpPr>
        <p:spPr>
          <a:xfrm>
            <a:off x="10693400" y="360679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C52D7D68-4413-260E-4CCD-5FB146EBBCDB}"/>
              </a:ext>
            </a:extLst>
          </p:cNvPr>
          <p:cNvSpPr/>
          <p:nvPr/>
        </p:nvSpPr>
        <p:spPr>
          <a:xfrm>
            <a:off x="10693400" y="39814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3F3991C4-A8C2-D9EA-7B69-876AB29CA8F9}"/>
              </a:ext>
            </a:extLst>
          </p:cNvPr>
          <p:cNvSpPr/>
          <p:nvPr/>
        </p:nvSpPr>
        <p:spPr>
          <a:xfrm>
            <a:off x="10693400" y="435609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09E117A0-4C27-AF4C-459A-01D9CAA43AF7}"/>
              </a:ext>
            </a:extLst>
          </p:cNvPr>
          <p:cNvSpPr/>
          <p:nvPr/>
        </p:nvSpPr>
        <p:spPr>
          <a:xfrm>
            <a:off x="10693400" y="47307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5E4CE2B0-6308-4028-2DDB-D98016732BC4}"/>
              </a:ext>
            </a:extLst>
          </p:cNvPr>
          <p:cNvSpPr/>
          <p:nvPr/>
        </p:nvSpPr>
        <p:spPr>
          <a:xfrm>
            <a:off x="10394950" y="21526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5BA22F9E-F87F-EC32-745C-D6AC2E92EFD7}"/>
              </a:ext>
            </a:extLst>
          </p:cNvPr>
          <p:cNvSpPr/>
          <p:nvPr/>
        </p:nvSpPr>
        <p:spPr>
          <a:xfrm>
            <a:off x="10394950" y="252729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808070B5-85F7-FACB-731B-A885ECFEF76D}"/>
              </a:ext>
            </a:extLst>
          </p:cNvPr>
          <p:cNvSpPr/>
          <p:nvPr/>
        </p:nvSpPr>
        <p:spPr>
          <a:xfrm>
            <a:off x="10394950" y="29019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A49FBA9D-8C10-C565-1CFA-68CC57578FE4}"/>
              </a:ext>
            </a:extLst>
          </p:cNvPr>
          <p:cNvSpPr/>
          <p:nvPr/>
        </p:nvSpPr>
        <p:spPr>
          <a:xfrm>
            <a:off x="10407650" y="33083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7FD9B19D-78A3-BBB5-9D75-7ADACBD8B38F}"/>
              </a:ext>
            </a:extLst>
          </p:cNvPr>
          <p:cNvSpPr/>
          <p:nvPr/>
        </p:nvSpPr>
        <p:spPr>
          <a:xfrm>
            <a:off x="10407650" y="36385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9F8306F0-B02C-3AE3-A015-94984375904E}"/>
              </a:ext>
            </a:extLst>
          </p:cNvPr>
          <p:cNvSpPr/>
          <p:nvPr/>
        </p:nvSpPr>
        <p:spPr>
          <a:xfrm>
            <a:off x="10394950" y="39814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BE33C400-5E42-71BC-2A10-27F74D857609}"/>
              </a:ext>
            </a:extLst>
          </p:cNvPr>
          <p:cNvSpPr/>
          <p:nvPr/>
        </p:nvSpPr>
        <p:spPr>
          <a:xfrm>
            <a:off x="10394950" y="435609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0CE80E4E-5DEC-31D0-A714-48D3177830A9}"/>
              </a:ext>
            </a:extLst>
          </p:cNvPr>
          <p:cNvSpPr/>
          <p:nvPr/>
        </p:nvSpPr>
        <p:spPr>
          <a:xfrm>
            <a:off x="10394950" y="47307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9F30D7C2-6E69-AACA-A9ED-55533C86CF46}"/>
              </a:ext>
            </a:extLst>
          </p:cNvPr>
          <p:cNvSpPr/>
          <p:nvPr/>
        </p:nvSpPr>
        <p:spPr>
          <a:xfrm>
            <a:off x="10064750" y="21526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B5C038E9-A4FE-AE4E-B5EA-C0697ED37DBA}"/>
              </a:ext>
            </a:extLst>
          </p:cNvPr>
          <p:cNvSpPr/>
          <p:nvPr/>
        </p:nvSpPr>
        <p:spPr>
          <a:xfrm>
            <a:off x="10064750" y="252729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2" name="Rechteck 101">
            <a:extLst>
              <a:ext uri="{FF2B5EF4-FFF2-40B4-BE49-F238E27FC236}">
                <a16:creationId xmlns:a16="http://schemas.microsoft.com/office/drawing/2014/main" id="{8BD99B75-76FB-CB18-3AC7-31BE2F0D362D}"/>
              </a:ext>
            </a:extLst>
          </p:cNvPr>
          <p:cNvSpPr/>
          <p:nvPr/>
        </p:nvSpPr>
        <p:spPr>
          <a:xfrm>
            <a:off x="10052050" y="29019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4" name="Rechteck 103">
            <a:extLst>
              <a:ext uri="{FF2B5EF4-FFF2-40B4-BE49-F238E27FC236}">
                <a16:creationId xmlns:a16="http://schemas.microsoft.com/office/drawing/2014/main" id="{DBD05C4B-FF98-263E-7EC3-055C2C2B41D3}"/>
              </a:ext>
            </a:extLst>
          </p:cNvPr>
          <p:cNvSpPr/>
          <p:nvPr/>
        </p:nvSpPr>
        <p:spPr>
          <a:xfrm>
            <a:off x="10064750" y="33083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A37C8434-A99B-969C-EB43-FC36139D1527}"/>
              </a:ext>
            </a:extLst>
          </p:cNvPr>
          <p:cNvSpPr/>
          <p:nvPr/>
        </p:nvSpPr>
        <p:spPr>
          <a:xfrm>
            <a:off x="10064750" y="36385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8" name="Rechteck 107">
            <a:extLst>
              <a:ext uri="{FF2B5EF4-FFF2-40B4-BE49-F238E27FC236}">
                <a16:creationId xmlns:a16="http://schemas.microsoft.com/office/drawing/2014/main" id="{E5772480-7E91-DED5-A141-1371DCAD2996}"/>
              </a:ext>
            </a:extLst>
          </p:cNvPr>
          <p:cNvSpPr/>
          <p:nvPr/>
        </p:nvSpPr>
        <p:spPr>
          <a:xfrm>
            <a:off x="10064750" y="39814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0" name="Rechteck 109">
            <a:extLst>
              <a:ext uri="{FF2B5EF4-FFF2-40B4-BE49-F238E27FC236}">
                <a16:creationId xmlns:a16="http://schemas.microsoft.com/office/drawing/2014/main" id="{545602A9-E67F-B5EF-4416-5261DF2E4E57}"/>
              </a:ext>
            </a:extLst>
          </p:cNvPr>
          <p:cNvSpPr/>
          <p:nvPr/>
        </p:nvSpPr>
        <p:spPr>
          <a:xfrm>
            <a:off x="10064750" y="435609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2" name="Rechteck 111">
            <a:extLst>
              <a:ext uri="{FF2B5EF4-FFF2-40B4-BE49-F238E27FC236}">
                <a16:creationId xmlns:a16="http://schemas.microsoft.com/office/drawing/2014/main" id="{64DF1C4C-0E63-493A-849C-A4F8C68E28EF}"/>
              </a:ext>
            </a:extLst>
          </p:cNvPr>
          <p:cNvSpPr/>
          <p:nvPr/>
        </p:nvSpPr>
        <p:spPr>
          <a:xfrm>
            <a:off x="10064750" y="47307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4" name="Rechteck 113">
            <a:extLst>
              <a:ext uri="{FF2B5EF4-FFF2-40B4-BE49-F238E27FC236}">
                <a16:creationId xmlns:a16="http://schemas.microsoft.com/office/drawing/2014/main" id="{0CC753D5-CFCF-1BEC-4527-897E072C1EB2}"/>
              </a:ext>
            </a:extLst>
          </p:cNvPr>
          <p:cNvSpPr/>
          <p:nvPr/>
        </p:nvSpPr>
        <p:spPr>
          <a:xfrm>
            <a:off x="9721850" y="21526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E5AB182B-002A-85FB-E785-DB3492E6A138}"/>
              </a:ext>
            </a:extLst>
          </p:cNvPr>
          <p:cNvSpPr/>
          <p:nvPr/>
        </p:nvSpPr>
        <p:spPr>
          <a:xfrm>
            <a:off x="9721850" y="252729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8" name="Rechteck 117">
            <a:extLst>
              <a:ext uri="{FF2B5EF4-FFF2-40B4-BE49-F238E27FC236}">
                <a16:creationId xmlns:a16="http://schemas.microsoft.com/office/drawing/2014/main" id="{8D5C4ABA-87C3-AC61-0A0A-FBF895795377}"/>
              </a:ext>
            </a:extLst>
          </p:cNvPr>
          <p:cNvSpPr/>
          <p:nvPr/>
        </p:nvSpPr>
        <p:spPr>
          <a:xfrm>
            <a:off x="9721850" y="29019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0" name="Rechteck 119">
            <a:extLst>
              <a:ext uri="{FF2B5EF4-FFF2-40B4-BE49-F238E27FC236}">
                <a16:creationId xmlns:a16="http://schemas.microsoft.com/office/drawing/2014/main" id="{4CA71684-3FEF-5631-E3C2-91968CBD0A46}"/>
              </a:ext>
            </a:extLst>
          </p:cNvPr>
          <p:cNvSpPr/>
          <p:nvPr/>
        </p:nvSpPr>
        <p:spPr>
          <a:xfrm>
            <a:off x="9721850" y="327659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15829EB1-9463-2745-E8CD-86F6247701A5}"/>
              </a:ext>
            </a:extLst>
          </p:cNvPr>
          <p:cNvSpPr/>
          <p:nvPr/>
        </p:nvSpPr>
        <p:spPr>
          <a:xfrm>
            <a:off x="9721850" y="360679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4" name="Rechteck 123">
            <a:extLst>
              <a:ext uri="{FF2B5EF4-FFF2-40B4-BE49-F238E27FC236}">
                <a16:creationId xmlns:a16="http://schemas.microsoft.com/office/drawing/2014/main" id="{8D8ED3DE-8061-1D2B-50C5-27DFA54CC8DF}"/>
              </a:ext>
            </a:extLst>
          </p:cNvPr>
          <p:cNvSpPr/>
          <p:nvPr/>
        </p:nvSpPr>
        <p:spPr>
          <a:xfrm>
            <a:off x="9721850" y="39814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6" name="Rechteck 125">
            <a:extLst>
              <a:ext uri="{FF2B5EF4-FFF2-40B4-BE49-F238E27FC236}">
                <a16:creationId xmlns:a16="http://schemas.microsoft.com/office/drawing/2014/main" id="{D912E020-9EF0-DA00-6C7F-C3BE56CBA569}"/>
              </a:ext>
            </a:extLst>
          </p:cNvPr>
          <p:cNvSpPr/>
          <p:nvPr/>
        </p:nvSpPr>
        <p:spPr>
          <a:xfrm>
            <a:off x="9721850" y="435609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8" name="Rechteck 127">
            <a:extLst>
              <a:ext uri="{FF2B5EF4-FFF2-40B4-BE49-F238E27FC236}">
                <a16:creationId xmlns:a16="http://schemas.microsoft.com/office/drawing/2014/main" id="{3B404663-0563-CC3C-1176-D210F01ADAD1}"/>
              </a:ext>
            </a:extLst>
          </p:cNvPr>
          <p:cNvSpPr/>
          <p:nvPr/>
        </p:nvSpPr>
        <p:spPr>
          <a:xfrm>
            <a:off x="9721850" y="47307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3AE00044-0680-F29E-A92D-3414C6C57962}"/>
              </a:ext>
            </a:extLst>
          </p:cNvPr>
          <p:cNvSpPr/>
          <p:nvPr/>
        </p:nvSpPr>
        <p:spPr>
          <a:xfrm rot="17733373">
            <a:off x="9438847" y="996282"/>
            <a:ext cx="1461354" cy="613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TESTER</a:t>
            </a:r>
          </a:p>
        </p:txBody>
      </p:sp>
      <p:sp>
        <p:nvSpPr>
          <p:cNvPr id="131" name="Rechteck 130">
            <a:extLst>
              <a:ext uri="{FF2B5EF4-FFF2-40B4-BE49-F238E27FC236}">
                <a16:creationId xmlns:a16="http://schemas.microsoft.com/office/drawing/2014/main" id="{FC82BBD5-0E3F-E343-BA22-D4BE68F8086A}"/>
              </a:ext>
            </a:extLst>
          </p:cNvPr>
          <p:cNvSpPr/>
          <p:nvPr/>
        </p:nvSpPr>
        <p:spPr>
          <a:xfrm rot="17733373">
            <a:off x="9824797" y="1054377"/>
            <a:ext cx="1461354" cy="613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TESTER</a:t>
            </a:r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48361F03-F6F9-DAC1-FFC5-CB37CE2A99F4}"/>
              </a:ext>
            </a:extLst>
          </p:cNvPr>
          <p:cNvSpPr/>
          <p:nvPr/>
        </p:nvSpPr>
        <p:spPr>
          <a:xfrm rot="17733373">
            <a:off x="10375475" y="1038503"/>
            <a:ext cx="1461354" cy="613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TESTER</a:t>
            </a:r>
          </a:p>
        </p:txBody>
      </p:sp>
      <p:sp>
        <p:nvSpPr>
          <p:cNvPr id="135" name="Rechteck 134">
            <a:extLst>
              <a:ext uri="{FF2B5EF4-FFF2-40B4-BE49-F238E27FC236}">
                <a16:creationId xmlns:a16="http://schemas.microsoft.com/office/drawing/2014/main" id="{8993DBB0-9810-CF0E-F96B-63F0C6E7B598}"/>
              </a:ext>
            </a:extLst>
          </p:cNvPr>
          <p:cNvSpPr/>
          <p:nvPr/>
        </p:nvSpPr>
        <p:spPr>
          <a:xfrm rot="17733373">
            <a:off x="10761426" y="1022627"/>
            <a:ext cx="1461354" cy="613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TESTER</a:t>
            </a:r>
          </a:p>
        </p:txBody>
      </p:sp>
      <p:sp>
        <p:nvSpPr>
          <p:cNvPr id="137" name="Rechteck 136">
            <a:extLst>
              <a:ext uri="{FF2B5EF4-FFF2-40B4-BE49-F238E27FC236}">
                <a16:creationId xmlns:a16="http://schemas.microsoft.com/office/drawing/2014/main" id="{FB0D4C2F-50D3-BDD1-38FD-5AAADEC8DDCE}"/>
              </a:ext>
            </a:extLst>
          </p:cNvPr>
          <p:cNvSpPr/>
          <p:nvPr/>
        </p:nvSpPr>
        <p:spPr>
          <a:xfrm>
            <a:off x="3003550" y="57086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9" name="Rechteck 138">
            <a:extLst>
              <a:ext uri="{FF2B5EF4-FFF2-40B4-BE49-F238E27FC236}">
                <a16:creationId xmlns:a16="http://schemas.microsoft.com/office/drawing/2014/main" id="{06512BB7-102E-EC97-B75A-FFEF6B74A43A}"/>
              </a:ext>
            </a:extLst>
          </p:cNvPr>
          <p:cNvSpPr/>
          <p:nvPr/>
        </p:nvSpPr>
        <p:spPr>
          <a:xfrm>
            <a:off x="4108450" y="57086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1" name="Rechteck 140">
            <a:extLst>
              <a:ext uri="{FF2B5EF4-FFF2-40B4-BE49-F238E27FC236}">
                <a16:creationId xmlns:a16="http://schemas.microsoft.com/office/drawing/2014/main" id="{5809F533-2926-609A-A11F-74C7BD1B7829}"/>
              </a:ext>
            </a:extLst>
          </p:cNvPr>
          <p:cNvSpPr/>
          <p:nvPr/>
        </p:nvSpPr>
        <p:spPr>
          <a:xfrm>
            <a:off x="5213350" y="57086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3" name="Rechteck 142">
            <a:extLst>
              <a:ext uri="{FF2B5EF4-FFF2-40B4-BE49-F238E27FC236}">
                <a16:creationId xmlns:a16="http://schemas.microsoft.com/office/drawing/2014/main" id="{D6ACDA8E-9702-A34E-F921-B10093676036}"/>
              </a:ext>
            </a:extLst>
          </p:cNvPr>
          <p:cNvSpPr/>
          <p:nvPr/>
        </p:nvSpPr>
        <p:spPr>
          <a:xfrm>
            <a:off x="6318250" y="57086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5" name="Rechteck 144">
            <a:extLst>
              <a:ext uri="{FF2B5EF4-FFF2-40B4-BE49-F238E27FC236}">
                <a16:creationId xmlns:a16="http://schemas.microsoft.com/office/drawing/2014/main" id="{88E8CD9C-627E-1FD2-DD80-7B481189D52C}"/>
              </a:ext>
            </a:extLst>
          </p:cNvPr>
          <p:cNvSpPr/>
          <p:nvPr/>
        </p:nvSpPr>
        <p:spPr>
          <a:xfrm>
            <a:off x="7423150" y="57086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7" name="Rechteck 146">
            <a:extLst>
              <a:ext uri="{FF2B5EF4-FFF2-40B4-BE49-F238E27FC236}">
                <a16:creationId xmlns:a16="http://schemas.microsoft.com/office/drawing/2014/main" id="{772E47C9-6C2F-F26D-A9C6-48EBC5C4644B}"/>
              </a:ext>
            </a:extLst>
          </p:cNvPr>
          <p:cNvSpPr/>
          <p:nvPr/>
        </p:nvSpPr>
        <p:spPr>
          <a:xfrm>
            <a:off x="8528050" y="5708649"/>
            <a:ext cx="89535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6174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Breitbild</PresentationFormat>
  <Paragraphs>39</Paragraphs>
  <Slides>13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20" baseType="lpstr">
      <vt:lpstr>Abadi</vt:lpstr>
      <vt:lpstr>Aptos</vt:lpstr>
      <vt:lpstr>Aptos Display</vt:lpstr>
      <vt:lpstr>Aptos Mono</vt:lpstr>
      <vt:lpstr>Arial</vt:lpstr>
      <vt:lpstr>Berlin Sans FB Demi</vt:lpstr>
      <vt:lpstr>Office</vt:lpstr>
      <vt:lpstr>Startmenü  settings – sprache</vt:lpstr>
      <vt:lpstr>PowerPoint-Präsentation</vt:lpstr>
      <vt:lpstr>PowerPoint-Präsentation</vt:lpstr>
      <vt:lpstr>PowerPoint-Präsentation</vt:lpstr>
      <vt:lpstr>Game – 0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Gameloop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Jarosch Hanke</dc:creator>
  <cp:lastModifiedBy>Jarosch Hanke</cp:lastModifiedBy>
  <cp:revision>20</cp:revision>
  <dcterms:created xsi:type="dcterms:W3CDTF">2026-08-12T13:35:06Z</dcterms:created>
  <dcterms:modified xsi:type="dcterms:W3CDTF">2026-08-20T13:40:23Z</dcterms:modified>
</cp:coreProperties>
</file>